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6D9627-68A1-152E-FE64-589C96F6BC47}" v="23" dt="2026-05-19T15:18:34.310"/>
    <p1510:client id="{40735F06-5A74-DD51-EEB8-320912E47BA7}" v="17" dt="2026-05-20T14:15:16.394"/>
    <p1510:client id="{5CD355FB-3D0C-3DD0-5203-2432C36AF2E8}" v="9" dt="2026-05-21T12:04:39.043"/>
    <p1510:client id="{7CC5AF07-10B6-9B35-26A9-DC618DFB809D}" v="1271" dt="2026-05-20T13:15:33.985"/>
    <p1510:client id="{7DCE66CB-C428-40EE-BBB1-BB46C45A4230}" v="21" dt="2026-05-20T14:13:56.234"/>
    <p1510:client id="{AC8EEBC9-E8B1-E159-F62C-B475D0BC13E9}" v="1" dt="2026-05-20T14:09:16.9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5" Type="http://schemas.openxmlformats.org/officeDocument/2006/relationships/image" Target="../media/image8.sv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5" Type="http://schemas.openxmlformats.org/officeDocument/2006/relationships/image" Target="../media/image8.sv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F1AA6F6-3D22-4CAE-BB6A-B13A88EA9D41}"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BD0B808D-468E-4798-99C7-F4102A86A479}">
      <dgm:prSet/>
      <dgm:spPr/>
      <dgm:t>
        <a:bodyPr/>
        <a:lstStyle/>
        <a:p>
          <a:r>
            <a:rPr lang="en-US"/>
            <a:t>Cloud administrators can manage infrastructure templates</a:t>
          </a:r>
        </a:p>
      </dgm:t>
    </dgm:pt>
    <dgm:pt modelId="{AF81EE30-E32D-42E6-9CFD-C91753FAE55F}" type="parTrans" cxnId="{CCAF8744-7B7B-412B-9877-33A3D3E2B618}">
      <dgm:prSet/>
      <dgm:spPr/>
      <dgm:t>
        <a:bodyPr/>
        <a:lstStyle/>
        <a:p>
          <a:endParaRPr lang="en-US"/>
        </a:p>
      </dgm:t>
    </dgm:pt>
    <dgm:pt modelId="{32F81522-982E-4565-A94B-906FC5BB2EF8}" type="sibTrans" cxnId="{CCAF8744-7B7B-412B-9877-33A3D3E2B618}">
      <dgm:prSet/>
      <dgm:spPr/>
      <dgm:t>
        <a:bodyPr/>
        <a:lstStyle/>
        <a:p>
          <a:endParaRPr lang="en-US"/>
        </a:p>
      </dgm:t>
    </dgm:pt>
    <dgm:pt modelId="{92747D61-DD79-4291-8215-49942C4DC45F}">
      <dgm:prSet/>
      <dgm:spPr/>
      <dgm:t>
        <a:bodyPr/>
        <a:lstStyle/>
        <a:p>
          <a:r>
            <a:rPr lang="en-US"/>
            <a:t>IT teams can maintain documentation</a:t>
          </a:r>
        </a:p>
      </dgm:t>
    </dgm:pt>
    <dgm:pt modelId="{ED9D182C-52CE-4102-8A0E-491B83075A5B}" type="parTrans" cxnId="{E2060002-5823-4038-B6A2-72BC4726F565}">
      <dgm:prSet/>
      <dgm:spPr/>
      <dgm:t>
        <a:bodyPr/>
        <a:lstStyle/>
        <a:p>
          <a:endParaRPr lang="en-US"/>
        </a:p>
      </dgm:t>
    </dgm:pt>
    <dgm:pt modelId="{432D38DF-3D3C-4F08-B0B0-132F330FB17D}" type="sibTrans" cxnId="{E2060002-5823-4038-B6A2-72BC4726F565}">
      <dgm:prSet/>
      <dgm:spPr/>
      <dgm:t>
        <a:bodyPr/>
        <a:lstStyle/>
        <a:p>
          <a:endParaRPr lang="en-US"/>
        </a:p>
      </dgm:t>
    </dgm:pt>
    <dgm:pt modelId="{3EE34D99-5204-40A1-8967-134A9AC36A49}">
      <dgm:prSet/>
      <dgm:spPr/>
      <dgm:t>
        <a:bodyPr/>
        <a:lstStyle/>
        <a:p>
          <a:r>
            <a:rPr lang="en-US"/>
            <a:t>Security teams can track policies</a:t>
          </a:r>
        </a:p>
      </dgm:t>
    </dgm:pt>
    <dgm:pt modelId="{724034E2-FDFF-40F8-B6E8-2CA61A3F5FAA}" type="parTrans" cxnId="{EFB22475-DF69-4A25-BBF4-B602AA1B4CC7}">
      <dgm:prSet/>
      <dgm:spPr/>
      <dgm:t>
        <a:bodyPr/>
        <a:lstStyle/>
        <a:p>
          <a:endParaRPr lang="en-US"/>
        </a:p>
      </dgm:t>
    </dgm:pt>
    <dgm:pt modelId="{64A60F3F-32A5-44AE-B52A-AA5DF8E2D4E7}" type="sibTrans" cxnId="{EFB22475-DF69-4A25-BBF4-B602AA1B4CC7}">
      <dgm:prSet/>
      <dgm:spPr/>
      <dgm:t>
        <a:bodyPr/>
        <a:lstStyle/>
        <a:p>
          <a:endParaRPr lang="en-US"/>
        </a:p>
      </dgm:t>
    </dgm:pt>
    <dgm:pt modelId="{185831A8-01DC-48BE-BFBD-042703A1892A}">
      <dgm:prSet/>
      <dgm:spPr/>
      <dgm:t>
        <a:bodyPr/>
        <a:lstStyle/>
        <a:p>
          <a:r>
            <a:rPr lang="en-US"/>
            <a:t>Project managers can monitor progress</a:t>
          </a:r>
        </a:p>
      </dgm:t>
    </dgm:pt>
    <dgm:pt modelId="{788BDFD2-8EA1-425E-991C-2BEBD155B4DB}" type="parTrans" cxnId="{A0A4B514-CC74-4AC7-9920-B5AD077798EC}">
      <dgm:prSet/>
      <dgm:spPr/>
      <dgm:t>
        <a:bodyPr/>
        <a:lstStyle/>
        <a:p>
          <a:endParaRPr lang="en-US"/>
        </a:p>
      </dgm:t>
    </dgm:pt>
    <dgm:pt modelId="{76BF7B72-DDA3-4477-B24E-8CDE056CB661}" type="sibTrans" cxnId="{A0A4B514-CC74-4AC7-9920-B5AD077798EC}">
      <dgm:prSet/>
      <dgm:spPr/>
      <dgm:t>
        <a:bodyPr/>
        <a:lstStyle/>
        <a:p>
          <a:endParaRPr lang="en-US"/>
        </a:p>
      </dgm:t>
    </dgm:pt>
    <dgm:pt modelId="{414A1AB8-23EC-4F90-8532-6F4E82573145}">
      <dgm:prSet/>
      <dgm:spPr/>
      <dgm:t>
        <a:bodyPr/>
        <a:lstStyle/>
        <a:p>
          <a:r>
            <a:rPr lang="en-US"/>
            <a:t>Students can build technical portfolios</a:t>
          </a:r>
        </a:p>
      </dgm:t>
    </dgm:pt>
    <dgm:pt modelId="{2BBE3390-37BA-4F84-B4FB-1E96CE38790B}" type="parTrans" cxnId="{5913A4B6-FB2F-4930-A160-7AD7A12F625A}">
      <dgm:prSet/>
      <dgm:spPr/>
      <dgm:t>
        <a:bodyPr/>
        <a:lstStyle/>
        <a:p>
          <a:endParaRPr lang="en-US"/>
        </a:p>
      </dgm:t>
    </dgm:pt>
    <dgm:pt modelId="{E72D8E94-5556-4AD7-9F8E-AB325D18FB14}" type="sibTrans" cxnId="{5913A4B6-FB2F-4930-A160-7AD7A12F625A}">
      <dgm:prSet/>
      <dgm:spPr/>
      <dgm:t>
        <a:bodyPr/>
        <a:lstStyle/>
        <a:p>
          <a:endParaRPr lang="en-US"/>
        </a:p>
      </dgm:t>
    </dgm:pt>
    <dgm:pt modelId="{98A8E574-A278-4A9F-8096-97BB2926A69E}" type="pres">
      <dgm:prSet presAssocID="{7F1AA6F6-3D22-4CAE-BB6A-B13A88EA9D41}" presName="root" presStyleCnt="0">
        <dgm:presLayoutVars>
          <dgm:dir/>
          <dgm:resizeHandles val="exact"/>
        </dgm:presLayoutVars>
      </dgm:prSet>
      <dgm:spPr/>
    </dgm:pt>
    <dgm:pt modelId="{F81D4CFE-CA26-445A-8A2B-C80123066C31}" type="pres">
      <dgm:prSet presAssocID="{BD0B808D-468E-4798-99C7-F4102A86A479}" presName="compNode" presStyleCnt="0"/>
      <dgm:spPr/>
    </dgm:pt>
    <dgm:pt modelId="{61B25545-1AB4-4390-A833-38AC56CE1C7A}" type="pres">
      <dgm:prSet presAssocID="{BD0B808D-468E-4798-99C7-F4102A86A479}"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loud"/>
        </a:ext>
      </dgm:extLst>
    </dgm:pt>
    <dgm:pt modelId="{5EA1198C-5B7B-41CD-B5C2-9F7DF26D2056}" type="pres">
      <dgm:prSet presAssocID="{BD0B808D-468E-4798-99C7-F4102A86A479}" presName="spaceRect" presStyleCnt="0"/>
      <dgm:spPr/>
    </dgm:pt>
    <dgm:pt modelId="{E40023E1-25F0-4FF9-A85E-30E93C2D89F2}" type="pres">
      <dgm:prSet presAssocID="{BD0B808D-468E-4798-99C7-F4102A86A479}" presName="textRect" presStyleLbl="revTx" presStyleIdx="0" presStyleCnt="5">
        <dgm:presLayoutVars>
          <dgm:chMax val="1"/>
          <dgm:chPref val="1"/>
        </dgm:presLayoutVars>
      </dgm:prSet>
      <dgm:spPr/>
    </dgm:pt>
    <dgm:pt modelId="{29D3E20C-920D-4D27-8408-8AEF3F88A2C7}" type="pres">
      <dgm:prSet presAssocID="{32F81522-982E-4565-A94B-906FC5BB2EF8}" presName="sibTrans" presStyleCnt="0"/>
      <dgm:spPr/>
    </dgm:pt>
    <dgm:pt modelId="{26914DC3-4B64-43C9-814B-094DE61EB5E7}" type="pres">
      <dgm:prSet presAssocID="{92747D61-DD79-4291-8215-49942C4DC45F}" presName="compNode" presStyleCnt="0"/>
      <dgm:spPr/>
    </dgm:pt>
    <dgm:pt modelId="{771F745E-1FC2-4B55-A86E-4462AC24D701}" type="pres">
      <dgm:prSet presAssocID="{92747D61-DD79-4291-8215-49942C4DC45F}"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DBF48689-796D-47E4-8A75-0A2E7170A06A}" type="pres">
      <dgm:prSet presAssocID="{92747D61-DD79-4291-8215-49942C4DC45F}" presName="spaceRect" presStyleCnt="0"/>
      <dgm:spPr/>
    </dgm:pt>
    <dgm:pt modelId="{E1E112AB-7B73-4BA9-B91E-F38FB4710A7C}" type="pres">
      <dgm:prSet presAssocID="{92747D61-DD79-4291-8215-49942C4DC45F}" presName="textRect" presStyleLbl="revTx" presStyleIdx="1" presStyleCnt="5">
        <dgm:presLayoutVars>
          <dgm:chMax val="1"/>
          <dgm:chPref val="1"/>
        </dgm:presLayoutVars>
      </dgm:prSet>
      <dgm:spPr/>
    </dgm:pt>
    <dgm:pt modelId="{BF27120F-D503-4420-8BBB-B39083ADD0FA}" type="pres">
      <dgm:prSet presAssocID="{432D38DF-3D3C-4F08-B0B0-132F330FB17D}" presName="sibTrans" presStyleCnt="0"/>
      <dgm:spPr/>
    </dgm:pt>
    <dgm:pt modelId="{E53C8244-FE4D-4A5D-A44F-70AADBE541B5}" type="pres">
      <dgm:prSet presAssocID="{3EE34D99-5204-40A1-8967-134A9AC36A49}" presName="compNode" presStyleCnt="0"/>
      <dgm:spPr/>
    </dgm:pt>
    <dgm:pt modelId="{E6510DD1-3231-43A1-9A4D-C2EF9F2D323B}" type="pres">
      <dgm:prSet presAssocID="{3EE34D99-5204-40A1-8967-134A9AC36A49}"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Lock"/>
        </a:ext>
      </dgm:extLst>
    </dgm:pt>
    <dgm:pt modelId="{D6553CF1-8593-4700-8DFF-9CDD1AE5525C}" type="pres">
      <dgm:prSet presAssocID="{3EE34D99-5204-40A1-8967-134A9AC36A49}" presName="spaceRect" presStyleCnt="0"/>
      <dgm:spPr/>
    </dgm:pt>
    <dgm:pt modelId="{F9FAA4CE-40FB-4D4C-93E6-692E4D6B5FEF}" type="pres">
      <dgm:prSet presAssocID="{3EE34D99-5204-40A1-8967-134A9AC36A49}" presName="textRect" presStyleLbl="revTx" presStyleIdx="2" presStyleCnt="5">
        <dgm:presLayoutVars>
          <dgm:chMax val="1"/>
          <dgm:chPref val="1"/>
        </dgm:presLayoutVars>
      </dgm:prSet>
      <dgm:spPr/>
    </dgm:pt>
    <dgm:pt modelId="{892BA749-1C44-49FA-AA67-C0E560EDCDCD}" type="pres">
      <dgm:prSet presAssocID="{64A60F3F-32A5-44AE-B52A-AA5DF8E2D4E7}" presName="sibTrans" presStyleCnt="0"/>
      <dgm:spPr/>
    </dgm:pt>
    <dgm:pt modelId="{A87BE882-72B3-4EAB-8821-5901E90A7079}" type="pres">
      <dgm:prSet presAssocID="{185831A8-01DC-48BE-BFBD-042703A1892A}" presName="compNode" presStyleCnt="0"/>
      <dgm:spPr/>
    </dgm:pt>
    <dgm:pt modelId="{A64DED3B-093A-403B-918B-159C5CB40FBE}" type="pres">
      <dgm:prSet presAssocID="{185831A8-01DC-48BE-BFBD-042703A1892A}"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auge"/>
        </a:ext>
      </dgm:extLst>
    </dgm:pt>
    <dgm:pt modelId="{80790390-44A1-48A5-9640-C1C7CBBBE83B}" type="pres">
      <dgm:prSet presAssocID="{185831A8-01DC-48BE-BFBD-042703A1892A}" presName="spaceRect" presStyleCnt="0"/>
      <dgm:spPr/>
    </dgm:pt>
    <dgm:pt modelId="{0C22DBC5-3959-45D1-8721-AD99257732FC}" type="pres">
      <dgm:prSet presAssocID="{185831A8-01DC-48BE-BFBD-042703A1892A}" presName="textRect" presStyleLbl="revTx" presStyleIdx="3" presStyleCnt="5">
        <dgm:presLayoutVars>
          <dgm:chMax val="1"/>
          <dgm:chPref val="1"/>
        </dgm:presLayoutVars>
      </dgm:prSet>
      <dgm:spPr/>
    </dgm:pt>
    <dgm:pt modelId="{8E8BF71A-11BE-40BF-A1A5-37D36230E266}" type="pres">
      <dgm:prSet presAssocID="{76BF7B72-DDA3-4477-B24E-8CDE056CB661}" presName="sibTrans" presStyleCnt="0"/>
      <dgm:spPr/>
    </dgm:pt>
    <dgm:pt modelId="{AE8E3976-BF61-4A05-B92A-19D94326ADDB}" type="pres">
      <dgm:prSet presAssocID="{414A1AB8-23EC-4F90-8532-6F4E82573145}" presName="compNode" presStyleCnt="0"/>
      <dgm:spPr/>
    </dgm:pt>
    <dgm:pt modelId="{68ADDCF3-3942-4C11-A97F-579F82470E08}" type="pres">
      <dgm:prSet presAssocID="{414A1AB8-23EC-4F90-8532-6F4E82573145}"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Books"/>
        </a:ext>
      </dgm:extLst>
    </dgm:pt>
    <dgm:pt modelId="{8E45D476-94A4-4F7C-B41B-3453EAAE5D71}" type="pres">
      <dgm:prSet presAssocID="{414A1AB8-23EC-4F90-8532-6F4E82573145}" presName="spaceRect" presStyleCnt="0"/>
      <dgm:spPr/>
    </dgm:pt>
    <dgm:pt modelId="{030F09CA-A14E-4B78-AAC1-CAB016A4F405}" type="pres">
      <dgm:prSet presAssocID="{414A1AB8-23EC-4F90-8532-6F4E82573145}" presName="textRect" presStyleLbl="revTx" presStyleIdx="4" presStyleCnt="5">
        <dgm:presLayoutVars>
          <dgm:chMax val="1"/>
          <dgm:chPref val="1"/>
        </dgm:presLayoutVars>
      </dgm:prSet>
      <dgm:spPr/>
    </dgm:pt>
  </dgm:ptLst>
  <dgm:cxnLst>
    <dgm:cxn modelId="{E2060002-5823-4038-B6A2-72BC4726F565}" srcId="{7F1AA6F6-3D22-4CAE-BB6A-B13A88EA9D41}" destId="{92747D61-DD79-4291-8215-49942C4DC45F}" srcOrd="1" destOrd="0" parTransId="{ED9D182C-52CE-4102-8A0E-491B83075A5B}" sibTransId="{432D38DF-3D3C-4F08-B0B0-132F330FB17D}"/>
    <dgm:cxn modelId="{A0A4B514-CC74-4AC7-9920-B5AD077798EC}" srcId="{7F1AA6F6-3D22-4CAE-BB6A-B13A88EA9D41}" destId="{185831A8-01DC-48BE-BFBD-042703A1892A}" srcOrd="3" destOrd="0" parTransId="{788BDFD2-8EA1-425E-991C-2BEBD155B4DB}" sibTransId="{76BF7B72-DDA3-4477-B24E-8CDE056CB661}"/>
    <dgm:cxn modelId="{8AE2AE2D-2FC7-40D8-BB77-A9F58C1C5D16}" type="presOf" srcId="{92747D61-DD79-4291-8215-49942C4DC45F}" destId="{E1E112AB-7B73-4BA9-B91E-F38FB4710A7C}" srcOrd="0" destOrd="0" presId="urn:microsoft.com/office/officeart/2018/2/layout/IconLabelList"/>
    <dgm:cxn modelId="{CCAF8744-7B7B-412B-9877-33A3D3E2B618}" srcId="{7F1AA6F6-3D22-4CAE-BB6A-B13A88EA9D41}" destId="{BD0B808D-468E-4798-99C7-F4102A86A479}" srcOrd="0" destOrd="0" parTransId="{AF81EE30-E32D-42E6-9CFD-C91753FAE55F}" sibTransId="{32F81522-982E-4565-A94B-906FC5BB2EF8}"/>
    <dgm:cxn modelId="{F6B37C4D-BC4D-41AD-BB58-BA30DF21DB3C}" type="presOf" srcId="{7F1AA6F6-3D22-4CAE-BB6A-B13A88EA9D41}" destId="{98A8E574-A278-4A9F-8096-97BB2926A69E}" srcOrd="0" destOrd="0" presId="urn:microsoft.com/office/officeart/2018/2/layout/IconLabelList"/>
    <dgm:cxn modelId="{EFB22475-DF69-4A25-BBF4-B602AA1B4CC7}" srcId="{7F1AA6F6-3D22-4CAE-BB6A-B13A88EA9D41}" destId="{3EE34D99-5204-40A1-8967-134A9AC36A49}" srcOrd="2" destOrd="0" parTransId="{724034E2-FDFF-40F8-B6E8-2CA61A3F5FAA}" sibTransId="{64A60F3F-32A5-44AE-B52A-AA5DF8E2D4E7}"/>
    <dgm:cxn modelId="{7902C2A1-13CE-4941-AE5D-3E3F632C26D3}" type="presOf" srcId="{3EE34D99-5204-40A1-8967-134A9AC36A49}" destId="{F9FAA4CE-40FB-4D4C-93E6-692E4D6B5FEF}" srcOrd="0" destOrd="0" presId="urn:microsoft.com/office/officeart/2018/2/layout/IconLabelList"/>
    <dgm:cxn modelId="{F45607B1-8006-4BF0-83A7-41AD3C8A841B}" type="presOf" srcId="{185831A8-01DC-48BE-BFBD-042703A1892A}" destId="{0C22DBC5-3959-45D1-8721-AD99257732FC}" srcOrd="0" destOrd="0" presId="urn:microsoft.com/office/officeart/2018/2/layout/IconLabelList"/>
    <dgm:cxn modelId="{5913A4B6-FB2F-4930-A160-7AD7A12F625A}" srcId="{7F1AA6F6-3D22-4CAE-BB6A-B13A88EA9D41}" destId="{414A1AB8-23EC-4F90-8532-6F4E82573145}" srcOrd="4" destOrd="0" parTransId="{2BBE3390-37BA-4F84-B4FB-1E96CE38790B}" sibTransId="{E72D8E94-5556-4AD7-9F8E-AB325D18FB14}"/>
    <dgm:cxn modelId="{78A29FF1-2372-4912-A3FB-302693DD05B5}" type="presOf" srcId="{BD0B808D-468E-4798-99C7-F4102A86A479}" destId="{E40023E1-25F0-4FF9-A85E-30E93C2D89F2}" srcOrd="0" destOrd="0" presId="urn:microsoft.com/office/officeart/2018/2/layout/IconLabelList"/>
    <dgm:cxn modelId="{122FF3F4-C08B-49BA-A141-8F44E782B0CE}" type="presOf" srcId="{414A1AB8-23EC-4F90-8532-6F4E82573145}" destId="{030F09CA-A14E-4B78-AAC1-CAB016A4F405}" srcOrd="0" destOrd="0" presId="urn:microsoft.com/office/officeart/2018/2/layout/IconLabelList"/>
    <dgm:cxn modelId="{5DAA8976-094E-4DFC-912B-E2103E418672}" type="presParOf" srcId="{98A8E574-A278-4A9F-8096-97BB2926A69E}" destId="{F81D4CFE-CA26-445A-8A2B-C80123066C31}" srcOrd="0" destOrd="0" presId="urn:microsoft.com/office/officeart/2018/2/layout/IconLabelList"/>
    <dgm:cxn modelId="{F7969959-A749-456E-B6E7-B90063CB760D}" type="presParOf" srcId="{F81D4CFE-CA26-445A-8A2B-C80123066C31}" destId="{61B25545-1AB4-4390-A833-38AC56CE1C7A}" srcOrd="0" destOrd="0" presId="urn:microsoft.com/office/officeart/2018/2/layout/IconLabelList"/>
    <dgm:cxn modelId="{EA2CCAFF-A200-4581-A76F-274F4048DEDD}" type="presParOf" srcId="{F81D4CFE-CA26-445A-8A2B-C80123066C31}" destId="{5EA1198C-5B7B-41CD-B5C2-9F7DF26D2056}" srcOrd="1" destOrd="0" presId="urn:microsoft.com/office/officeart/2018/2/layout/IconLabelList"/>
    <dgm:cxn modelId="{669108B3-8E1D-42F5-822B-A6542B3CBBA8}" type="presParOf" srcId="{F81D4CFE-CA26-445A-8A2B-C80123066C31}" destId="{E40023E1-25F0-4FF9-A85E-30E93C2D89F2}" srcOrd="2" destOrd="0" presId="urn:microsoft.com/office/officeart/2018/2/layout/IconLabelList"/>
    <dgm:cxn modelId="{706E4803-DAA0-4D72-B4BB-B6E9AD9E08F6}" type="presParOf" srcId="{98A8E574-A278-4A9F-8096-97BB2926A69E}" destId="{29D3E20C-920D-4D27-8408-8AEF3F88A2C7}" srcOrd="1" destOrd="0" presId="urn:microsoft.com/office/officeart/2018/2/layout/IconLabelList"/>
    <dgm:cxn modelId="{941E33A7-A86B-422A-B15F-A071DF7FDC29}" type="presParOf" srcId="{98A8E574-A278-4A9F-8096-97BB2926A69E}" destId="{26914DC3-4B64-43C9-814B-094DE61EB5E7}" srcOrd="2" destOrd="0" presId="urn:microsoft.com/office/officeart/2018/2/layout/IconLabelList"/>
    <dgm:cxn modelId="{4F85C198-EB70-4026-9BF5-16CDEF2317C5}" type="presParOf" srcId="{26914DC3-4B64-43C9-814B-094DE61EB5E7}" destId="{771F745E-1FC2-4B55-A86E-4462AC24D701}" srcOrd="0" destOrd="0" presId="urn:microsoft.com/office/officeart/2018/2/layout/IconLabelList"/>
    <dgm:cxn modelId="{1DEFC082-48F7-405C-94AE-6D99BB3420EC}" type="presParOf" srcId="{26914DC3-4B64-43C9-814B-094DE61EB5E7}" destId="{DBF48689-796D-47E4-8A75-0A2E7170A06A}" srcOrd="1" destOrd="0" presId="urn:microsoft.com/office/officeart/2018/2/layout/IconLabelList"/>
    <dgm:cxn modelId="{336657BB-03E0-4E9C-91F4-56E7319FBD89}" type="presParOf" srcId="{26914DC3-4B64-43C9-814B-094DE61EB5E7}" destId="{E1E112AB-7B73-4BA9-B91E-F38FB4710A7C}" srcOrd="2" destOrd="0" presId="urn:microsoft.com/office/officeart/2018/2/layout/IconLabelList"/>
    <dgm:cxn modelId="{8B7DB284-582F-4906-9B8A-76BE7312A540}" type="presParOf" srcId="{98A8E574-A278-4A9F-8096-97BB2926A69E}" destId="{BF27120F-D503-4420-8BBB-B39083ADD0FA}" srcOrd="3" destOrd="0" presId="urn:microsoft.com/office/officeart/2018/2/layout/IconLabelList"/>
    <dgm:cxn modelId="{163895F8-D9A1-48D1-95F9-856172CDC662}" type="presParOf" srcId="{98A8E574-A278-4A9F-8096-97BB2926A69E}" destId="{E53C8244-FE4D-4A5D-A44F-70AADBE541B5}" srcOrd="4" destOrd="0" presId="urn:microsoft.com/office/officeart/2018/2/layout/IconLabelList"/>
    <dgm:cxn modelId="{194F6D15-7F7F-47B2-BEB9-F82AF3E4705D}" type="presParOf" srcId="{E53C8244-FE4D-4A5D-A44F-70AADBE541B5}" destId="{E6510DD1-3231-43A1-9A4D-C2EF9F2D323B}" srcOrd="0" destOrd="0" presId="urn:microsoft.com/office/officeart/2018/2/layout/IconLabelList"/>
    <dgm:cxn modelId="{1DA0FC3F-4FC7-4EF6-BE36-85BE383C2231}" type="presParOf" srcId="{E53C8244-FE4D-4A5D-A44F-70AADBE541B5}" destId="{D6553CF1-8593-4700-8DFF-9CDD1AE5525C}" srcOrd="1" destOrd="0" presId="urn:microsoft.com/office/officeart/2018/2/layout/IconLabelList"/>
    <dgm:cxn modelId="{B9DE1985-817A-434B-B6E0-4110D484A71F}" type="presParOf" srcId="{E53C8244-FE4D-4A5D-A44F-70AADBE541B5}" destId="{F9FAA4CE-40FB-4D4C-93E6-692E4D6B5FEF}" srcOrd="2" destOrd="0" presId="urn:microsoft.com/office/officeart/2018/2/layout/IconLabelList"/>
    <dgm:cxn modelId="{9EBA2585-7A8F-416E-ABF3-A29D88514BE5}" type="presParOf" srcId="{98A8E574-A278-4A9F-8096-97BB2926A69E}" destId="{892BA749-1C44-49FA-AA67-C0E560EDCDCD}" srcOrd="5" destOrd="0" presId="urn:microsoft.com/office/officeart/2018/2/layout/IconLabelList"/>
    <dgm:cxn modelId="{17D72ABE-9D5B-463F-9322-54B2F3A7E71C}" type="presParOf" srcId="{98A8E574-A278-4A9F-8096-97BB2926A69E}" destId="{A87BE882-72B3-4EAB-8821-5901E90A7079}" srcOrd="6" destOrd="0" presId="urn:microsoft.com/office/officeart/2018/2/layout/IconLabelList"/>
    <dgm:cxn modelId="{4E537E06-D86C-469A-9A01-B5D0625BE7F7}" type="presParOf" srcId="{A87BE882-72B3-4EAB-8821-5901E90A7079}" destId="{A64DED3B-093A-403B-918B-159C5CB40FBE}" srcOrd="0" destOrd="0" presId="urn:microsoft.com/office/officeart/2018/2/layout/IconLabelList"/>
    <dgm:cxn modelId="{967E06CD-5A65-48A8-ABD0-60BB6100CFAA}" type="presParOf" srcId="{A87BE882-72B3-4EAB-8821-5901E90A7079}" destId="{80790390-44A1-48A5-9640-C1C7CBBBE83B}" srcOrd="1" destOrd="0" presId="urn:microsoft.com/office/officeart/2018/2/layout/IconLabelList"/>
    <dgm:cxn modelId="{E0865D71-5103-4631-8AAD-B90ED8DFDE4D}" type="presParOf" srcId="{A87BE882-72B3-4EAB-8821-5901E90A7079}" destId="{0C22DBC5-3959-45D1-8721-AD99257732FC}" srcOrd="2" destOrd="0" presId="urn:microsoft.com/office/officeart/2018/2/layout/IconLabelList"/>
    <dgm:cxn modelId="{44070ED1-00EC-4DFF-B9EF-D7888C1DEDA0}" type="presParOf" srcId="{98A8E574-A278-4A9F-8096-97BB2926A69E}" destId="{8E8BF71A-11BE-40BF-A1A5-37D36230E266}" srcOrd="7" destOrd="0" presId="urn:microsoft.com/office/officeart/2018/2/layout/IconLabelList"/>
    <dgm:cxn modelId="{5081B47D-C742-4FEE-9DA9-B6E861B0BB18}" type="presParOf" srcId="{98A8E574-A278-4A9F-8096-97BB2926A69E}" destId="{AE8E3976-BF61-4A05-B92A-19D94326ADDB}" srcOrd="8" destOrd="0" presId="urn:microsoft.com/office/officeart/2018/2/layout/IconLabelList"/>
    <dgm:cxn modelId="{8B37A60A-5854-495F-8B72-3B10694D9096}" type="presParOf" srcId="{AE8E3976-BF61-4A05-B92A-19D94326ADDB}" destId="{68ADDCF3-3942-4C11-A97F-579F82470E08}" srcOrd="0" destOrd="0" presId="urn:microsoft.com/office/officeart/2018/2/layout/IconLabelList"/>
    <dgm:cxn modelId="{B5183B05-726B-42D3-85F3-31AD659638E1}" type="presParOf" srcId="{AE8E3976-BF61-4A05-B92A-19D94326ADDB}" destId="{8E45D476-94A4-4F7C-B41B-3453EAAE5D71}" srcOrd="1" destOrd="0" presId="urn:microsoft.com/office/officeart/2018/2/layout/IconLabelList"/>
    <dgm:cxn modelId="{72B54702-EB7B-4AF8-B776-DD8258905141}" type="presParOf" srcId="{AE8E3976-BF61-4A05-B92A-19D94326ADDB}" destId="{030F09CA-A14E-4B78-AAC1-CAB016A4F405}"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0728D50-15CB-4FAA-B360-16016A936146}" type="doc">
      <dgm:prSet loTypeId="urn:microsoft.com/office/officeart/2016/7/layout/LinearBlockProcessNumbered" loCatId="process" qsTypeId="urn:microsoft.com/office/officeart/2005/8/quickstyle/simple1" qsCatId="simple" csTypeId="urn:microsoft.com/office/officeart/2005/8/colors/colorful1" csCatId="colorful"/>
      <dgm:spPr/>
      <dgm:t>
        <a:bodyPr/>
        <a:lstStyle/>
        <a:p>
          <a:endParaRPr lang="en-US"/>
        </a:p>
      </dgm:t>
    </dgm:pt>
    <dgm:pt modelId="{A56DD0FF-6601-4ADC-B2CA-3B15D885EB3B}">
      <dgm:prSet/>
      <dgm:spPr/>
      <dgm:t>
        <a:bodyPr/>
        <a:lstStyle/>
        <a:p>
          <a:r>
            <a:rPr lang="en-US"/>
            <a:t>Team creates an Azure infrastructure template</a:t>
          </a:r>
        </a:p>
      </dgm:t>
    </dgm:pt>
    <dgm:pt modelId="{59A5DE6C-EB66-489A-B102-98FFD4B2D618}" type="parTrans" cxnId="{CA0556DD-CA4B-4117-81F7-CD8EA3188798}">
      <dgm:prSet/>
      <dgm:spPr/>
      <dgm:t>
        <a:bodyPr/>
        <a:lstStyle/>
        <a:p>
          <a:endParaRPr lang="en-US"/>
        </a:p>
      </dgm:t>
    </dgm:pt>
    <dgm:pt modelId="{BAE515A8-2C2A-4D40-8A44-C77C73479508}" type="sibTrans" cxnId="{CA0556DD-CA4B-4117-81F7-CD8EA3188798}">
      <dgm:prSet phldrT="01" phldr="0"/>
      <dgm:spPr/>
      <dgm:t>
        <a:bodyPr/>
        <a:lstStyle/>
        <a:p>
          <a:r>
            <a:rPr lang="en-US"/>
            <a:t>01</a:t>
          </a:r>
        </a:p>
      </dgm:t>
    </dgm:pt>
    <dgm:pt modelId="{D5744946-46C1-442F-A8B4-09145A41058D}">
      <dgm:prSet/>
      <dgm:spPr/>
      <dgm:t>
        <a:bodyPr/>
        <a:lstStyle/>
        <a:p>
          <a:r>
            <a:rPr lang="en-US"/>
            <a:t>One person works on networking</a:t>
          </a:r>
        </a:p>
      </dgm:t>
    </dgm:pt>
    <dgm:pt modelId="{FC9A3042-3913-4C0B-946D-851D4415B8E9}" type="parTrans" cxnId="{CEC682FB-28C3-47D7-9B34-69B590ED4EE7}">
      <dgm:prSet/>
      <dgm:spPr/>
      <dgm:t>
        <a:bodyPr/>
        <a:lstStyle/>
        <a:p>
          <a:endParaRPr lang="en-US"/>
        </a:p>
      </dgm:t>
    </dgm:pt>
    <dgm:pt modelId="{E9049B7E-7A31-4363-A012-C85849B7C934}" type="sibTrans" cxnId="{CEC682FB-28C3-47D7-9B34-69B590ED4EE7}">
      <dgm:prSet phldrT="02" phldr="0"/>
      <dgm:spPr/>
      <dgm:t>
        <a:bodyPr/>
        <a:lstStyle/>
        <a:p>
          <a:r>
            <a:rPr lang="en-US"/>
            <a:t>02</a:t>
          </a:r>
        </a:p>
      </dgm:t>
    </dgm:pt>
    <dgm:pt modelId="{E0AA8E0F-46E0-427E-BE52-F434F61BD1C2}">
      <dgm:prSet/>
      <dgm:spPr/>
      <dgm:t>
        <a:bodyPr/>
        <a:lstStyle/>
        <a:p>
          <a:r>
            <a:rPr lang="en-US"/>
            <a:t>Another works on storage</a:t>
          </a:r>
        </a:p>
      </dgm:t>
    </dgm:pt>
    <dgm:pt modelId="{1F3B4150-90CF-41A1-AEE1-646CBA2A3584}" type="parTrans" cxnId="{38E614FA-C951-462E-A68C-468ED128AC53}">
      <dgm:prSet/>
      <dgm:spPr/>
      <dgm:t>
        <a:bodyPr/>
        <a:lstStyle/>
        <a:p>
          <a:endParaRPr lang="en-US"/>
        </a:p>
      </dgm:t>
    </dgm:pt>
    <dgm:pt modelId="{6A98548D-E918-4AA3-A048-9E0440278ECC}" type="sibTrans" cxnId="{38E614FA-C951-462E-A68C-468ED128AC53}">
      <dgm:prSet phldrT="03" phldr="0"/>
      <dgm:spPr/>
      <dgm:t>
        <a:bodyPr/>
        <a:lstStyle/>
        <a:p>
          <a:r>
            <a:rPr lang="en-US"/>
            <a:t>03</a:t>
          </a:r>
        </a:p>
      </dgm:t>
    </dgm:pt>
    <dgm:pt modelId="{EE6F2363-FEDC-4D49-865D-101D4D031CB8}">
      <dgm:prSet/>
      <dgm:spPr/>
      <dgm:t>
        <a:bodyPr/>
        <a:lstStyle/>
        <a:p>
          <a:r>
            <a:rPr lang="en-US"/>
            <a:t>And another writes documentation</a:t>
          </a:r>
        </a:p>
      </dgm:t>
    </dgm:pt>
    <dgm:pt modelId="{2A816DFC-86C9-4464-8384-245BBCBB18F1}" type="parTrans" cxnId="{3F95D412-A89D-437C-872E-46822D77C707}">
      <dgm:prSet/>
      <dgm:spPr/>
      <dgm:t>
        <a:bodyPr/>
        <a:lstStyle/>
        <a:p>
          <a:endParaRPr lang="en-US"/>
        </a:p>
      </dgm:t>
    </dgm:pt>
    <dgm:pt modelId="{A1EB919C-4EB3-4737-B8D8-C7F81FEABEFB}" type="sibTrans" cxnId="{3F95D412-A89D-437C-872E-46822D77C707}">
      <dgm:prSet phldrT="04" phldr="0"/>
      <dgm:spPr/>
      <dgm:t>
        <a:bodyPr/>
        <a:lstStyle/>
        <a:p>
          <a:r>
            <a:rPr lang="en-US"/>
            <a:t>04</a:t>
          </a:r>
        </a:p>
      </dgm:t>
    </dgm:pt>
    <dgm:pt modelId="{0EE3204F-9E04-465D-B3AC-7D44BB9BB82A}">
      <dgm:prSet/>
      <dgm:spPr/>
      <dgm:t>
        <a:bodyPr/>
        <a:lstStyle/>
        <a:p>
          <a:r>
            <a:rPr lang="en-US"/>
            <a:t>The group reviews the changes before merging</a:t>
          </a:r>
        </a:p>
      </dgm:t>
    </dgm:pt>
    <dgm:pt modelId="{110E902F-B8DB-4481-BD67-0BCDBBC6BC59}" type="parTrans" cxnId="{2FE8E422-6C02-4492-B9AA-8586E055C38B}">
      <dgm:prSet/>
      <dgm:spPr/>
      <dgm:t>
        <a:bodyPr/>
        <a:lstStyle/>
        <a:p>
          <a:endParaRPr lang="en-US"/>
        </a:p>
      </dgm:t>
    </dgm:pt>
    <dgm:pt modelId="{E2FCF1E2-07F3-44D3-A92A-D8B99D9C91E5}" type="sibTrans" cxnId="{2FE8E422-6C02-4492-B9AA-8586E055C38B}">
      <dgm:prSet phldrT="05" phldr="0"/>
      <dgm:spPr/>
      <dgm:t>
        <a:bodyPr/>
        <a:lstStyle/>
        <a:p>
          <a:r>
            <a:rPr lang="en-US"/>
            <a:t>05</a:t>
          </a:r>
        </a:p>
      </dgm:t>
    </dgm:pt>
    <dgm:pt modelId="{35A57478-6C4D-4AFC-A019-7C15BEF193EA}" type="pres">
      <dgm:prSet presAssocID="{C0728D50-15CB-4FAA-B360-16016A936146}" presName="Name0" presStyleCnt="0">
        <dgm:presLayoutVars>
          <dgm:animLvl val="lvl"/>
          <dgm:resizeHandles val="exact"/>
        </dgm:presLayoutVars>
      </dgm:prSet>
      <dgm:spPr/>
    </dgm:pt>
    <dgm:pt modelId="{008D1AE6-682E-4683-8DDF-C54B43A780C5}" type="pres">
      <dgm:prSet presAssocID="{A56DD0FF-6601-4ADC-B2CA-3B15D885EB3B}" presName="compositeNode" presStyleCnt="0">
        <dgm:presLayoutVars>
          <dgm:bulletEnabled val="1"/>
        </dgm:presLayoutVars>
      </dgm:prSet>
      <dgm:spPr/>
    </dgm:pt>
    <dgm:pt modelId="{BBB702FD-48C5-4F6F-BEC2-F3EFBC72390A}" type="pres">
      <dgm:prSet presAssocID="{A56DD0FF-6601-4ADC-B2CA-3B15D885EB3B}" presName="bgRect" presStyleLbl="alignNode1" presStyleIdx="0" presStyleCnt="5"/>
      <dgm:spPr/>
    </dgm:pt>
    <dgm:pt modelId="{D4418C8D-D17B-4296-BDAC-E71176066A39}" type="pres">
      <dgm:prSet presAssocID="{BAE515A8-2C2A-4D40-8A44-C77C73479508}" presName="sibTransNodeRect" presStyleLbl="alignNode1" presStyleIdx="0" presStyleCnt="5">
        <dgm:presLayoutVars>
          <dgm:chMax val="0"/>
          <dgm:bulletEnabled val="1"/>
        </dgm:presLayoutVars>
      </dgm:prSet>
      <dgm:spPr/>
    </dgm:pt>
    <dgm:pt modelId="{66288795-A002-46C3-BF2C-E4AAB9A6D23C}" type="pres">
      <dgm:prSet presAssocID="{A56DD0FF-6601-4ADC-B2CA-3B15D885EB3B}" presName="nodeRect" presStyleLbl="alignNode1" presStyleIdx="0" presStyleCnt="5">
        <dgm:presLayoutVars>
          <dgm:bulletEnabled val="1"/>
        </dgm:presLayoutVars>
      </dgm:prSet>
      <dgm:spPr/>
    </dgm:pt>
    <dgm:pt modelId="{01153514-1DDE-4915-A344-CC45E9C39665}" type="pres">
      <dgm:prSet presAssocID="{BAE515A8-2C2A-4D40-8A44-C77C73479508}" presName="sibTrans" presStyleCnt="0"/>
      <dgm:spPr/>
    </dgm:pt>
    <dgm:pt modelId="{5949A341-6E1B-461C-9ABE-B65CD8C006FE}" type="pres">
      <dgm:prSet presAssocID="{D5744946-46C1-442F-A8B4-09145A41058D}" presName="compositeNode" presStyleCnt="0">
        <dgm:presLayoutVars>
          <dgm:bulletEnabled val="1"/>
        </dgm:presLayoutVars>
      </dgm:prSet>
      <dgm:spPr/>
    </dgm:pt>
    <dgm:pt modelId="{B62940A7-8856-4E04-AF92-E0F18B4D5F46}" type="pres">
      <dgm:prSet presAssocID="{D5744946-46C1-442F-A8B4-09145A41058D}" presName="bgRect" presStyleLbl="alignNode1" presStyleIdx="1" presStyleCnt="5"/>
      <dgm:spPr/>
    </dgm:pt>
    <dgm:pt modelId="{E8B8DB0B-AFB1-4DB5-B93A-3D2B74453FFB}" type="pres">
      <dgm:prSet presAssocID="{E9049B7E-7A31-4363-A012-C85849B7C934}" presName="sibTransNodeRect" presStyleLbl="alignNode1" presStyleIdx="1" presStyleCnt="5">
        <dgm:presLayoutVars>
          <dgm:chMax val="0"/>
          <dgm:bulletEnabled val="1"/>
        </dgm:presLayoutVars>
      </dgm:prSet>
      <dgm:spPr/>
    </dgm:pt>
    <dgm:pt modelId="{36AF7482-6348-4ECD-90DA-62CAB7EA5ED6}" type="pres">
      <dgm:prSet presAssocID="{D5744946-46C1-442F-A8B4-09145A41058D}" presName="nodeRect" presStyleLbl="alignNode1" presStyleIdx="1" presStyleCnt="5">
        <dgm:presLayoutVars>
          <dgm:bulletEnabled val="1"/>
        </dgm:presLayoutVars>
      </dgm:prSet>
      <dgm:spPr/>
    </dgm:pt>
    <dgm:pt modelId="{F8258DF6-9CC8-49FB-8057-8AF9724F37C0}" type="pres">
      <dgm:prSet presAssocID="{E9049B7E-7A31-4363-A012-C85849B7C934}" presName="sibTrans" presStyleCnt="0"/>
      <dgm:spPr/>
    </dgm:pt>
    <dgm:pt modelId="{35B7064B-B101-4BF6-B130-67A720F990BC}" type="pres">
      <dgm:prSet presAssocID="{E0AA8E0F-46E0-427E-BE52-F434F61BD1C2}" presName="compositeNode" presStyleCnt="0">
        <dgm:presLayoutVars>
          <dgm:bulletEnabled val="1"/>
        </dgm:presLayoutVars>
      </dgm:prSet>
      <dgm:spPr/>
    </dgm:pt>
    <dgm:pt modelId="{71E56AA1-AC5F-4455-A854-B024C1B411B3}" type="pres">
      <dgm:prSet presAssocID="{E0AA8E0F-46E0-427E-BE52-F434F61BD1C2}" presName="bgRect" presStyleLbl="alignNode1" presStyleIdx="2" presStyleCnt="5"/>
      <dgm:spPr/>
    </dgm:pt>
    <dgm:pt modelId="{90E0ED3D-2BA8-4965-88DB-962A8939E566}" type="pres">
      <dgm:prSet presAssocID="{6A98548D-E918-4AA3-A048-9E0440278ECC}" presName="sibTransNodeRect" presStyleLbl="alignNode1" presStyleIdx="2" presStyleCnt="5">
        <dgm:presLayoutVars>
          <dgm:chMax val="0"/>
          <dgm:bulletEnabled val="1"/>
        </dgm:presLayoutVars>
      </dgm:prSet>
      <dgm:spPr/>
    </dgm:pt>
    <dgm:pt modelId="{65F0512D-0C37-4640-81B6-5C95B3595056}" type="pres">
      <dgm:prSet presAssocID="{E0AA8E0F-46E0-427E-BE52-F434F61BD1C2}" presName="nodeRect" presStyleLbl="alignNode1" presStyleIdx="2" presStyleCnt="5">
        <dgm:presLayoutVars>
          <dgm:bulletEnabled val="1"/>
        </dgm:presLayoutVars>
      </dgm:prSet>
      <dgm:spPr/>
    </dgm:pt>
    <dgm:pt modelId="{9AD01F3F-6912-459F-8C6C-9A729731B795}" type="pres">
      <dgm:prSet presAssocID="{6A98548D-E918-4AA3-A048-9E0440278ECC}" presName="sibTrans" presStyleCnt="0"/>
      <dgm:spPr/>
    </dgm:pt>
    <dgm:pt modelId="{E890FA90-F899-4A30-8B4C-3D0B2AF6E54E}" type="pres">
      <dgm:prSet presAssocID="{EE6F2363-FEDC-4D49-865D-101D4D031CB8}" presName="compositeNode" presStyleCnt="0">
        <dgm:presLayoutVars>
          <dgm:bulletEnabled val="1"/>
        </dgm:presLayoutVars>
      </dgm:prSet>
      <dgm:spPr/>
    </dgm:pt>
    <dgm:pt modelId="{3DA82C3C-5A6E-4605-A0F9-C17598339A59}" type="pres">
      <dgm:prSet presAssocID="{EE6F2363-FEDC-4D49-865D-101D4D031CB8}" presName="bgRect" presStyleLbl="alignNode1" presStyleIdx="3" presStyleCnt="5"/>
      <dgm:spPr/>
    </dgm:pt>
    <dgm:pt modelId="{E6ECEE9E-B7EE-4099-9B9C-472D141D7619}" type="pres">
      <dgm:prSet presAssocID="{A1EB919C-4EB3-4737-B8D8-C7F81FEABEFB}" presName="sibTransNodeRect" presStyleLbl="alignNode1" presStyleIdx="3" presStyleCnt="5">
        <dgm:presLayoutVars>
          <dgm:chMax val="0"/>
          <dgm:bulletEnabled val="1"/>
        </dgm:presLayoutVars>
      </dgm:prSet>
      <dgm:spPr/>
    </dgm:pt>
    <dgm:pt modelId="{44BB4400-4DED-41DF-9F59-007C677C534D}" type="pres">
      <dgm:prSet presAssocID="{EE6F2363-FEDC-4D49-865D-101D4D031CB8}" presName="nodeRect" presStyleLbl="alignNode1" presStyleIdx="3" presStyleCnt="5">
        <dgm:presLayoutVars>
          <dgm:bulletEnabled val="1"/>
        </dgm:presLayoutVars>
      </dgm:prSet>
      <dgm:spPr/>
    </dgm:pt>
    <dgm:pt modelId="{F500C6CF-40B4-4EAF-B812-F2A0C373614F}" type="pres">
      <dgm:prSet presAssocID="{A1EB919C-4EB3-4737-B8D8-C7F81FEABEFB}" presName="sibTrans" presStyleCnt="0"/>
      <dgm:spPr/>
    </dgm:pt>
    <dgm:pt modelId="{110B6BE0-929D-4E2D-897F-87BEAAFF1969}" type="pres">
      <dgm:prSet presAssocID="{0EE3204F-9E04-465D-B3AC-7D44BB9BB82A}" presName="compositeNode" presStyleCnt="0">
        <dgm:presLayoutVars>
          <dgm:bulletEnabled val="1"/>
        </dgm:presLayoutVars>
      </dgm:prSet>
      <dgm:spPr/>
    </dgm:pt>
    <dgm:pt modelId="{CEB68A6D-0C7D-4A49-B309-C667A52E061F}" type="pres">
      <dgm:prSet presAssocID="{0EE3204F-9E04-465D-B3AC-7D44BB9BB82A}" presName="bgRect" presStyleLbl="alignNode1" presStyleIdx="4" presStyleCnt="5"/>
      <dgm:spPr/>
    </dgm:pt>
    <dgm:pt modelId="{40DCABEF-8A59-468B-8287-37AFF687AF97}" type="pres">
      <dgm:prSet presAssocID="{E2FCF1E2-07F3-44D3-A92A-D8B99D9C91E5}" presName="sibTransNodeRect" presStyleLbl="alignNode1" presStyleIdx="4" presStyleCnt="5">
        <dgm:presLayoutVars>
          <dgm:chMax val="0"/>
          <dgm:bulletEnabled val="1"/>
        </dgm:presLayoutVars>
      </dgm:prSet>
      <dgm:spPr/>
    </dgm:pt>
    <dgm:pt modelId="{4763D81A-DE4B-49AE-972B-E4BA19C47E62}" type="pres">
      <dgm:prSet presAssocID="{0EE3204F-9E04-465D-B3AC-7D44BB9BB82A}" presName="nodeRect" presStyleLbl="alignNode1" presStyleIdx="4" presStyleCnt="5">
        <dgm:presLayoutVars>
          <dgm:bulletEnabled val="1"/>
        </dgm:presLayoutVars>
      </dgm:prSet>
      <dgm:spPr/>
    </dgm:pt>
  </dgm:ptLst>
  <dgm:cxnLst>
    <dgm:cxn modelId="{1D391C06-8779-4310-B184-0935588AF641}" type="presOf" srcId="{E2FCF1E2-07F3-44D3-A92A-D8B99D9C91E5}" destId="{40DCABEF-8A59-468B-8287-37AFF687AF97}" srcOrd="0" destOrd="0" presId="urn:microsoft.com/office/officeart/2016/7/layout/LinearBlockProcessNumbered"/>
    <dgm:cxn modelId="{86F52E0C-69E1-44F0-B771-44AE24C3E74B}" type="presOf" srcId="{EE6F2363-FEDC-4D49-865D-101D4D031CB8}" destId="{3DA82C3C-5A6E-4605-A0F9-C17598339A59}" srcOrd="0" destOrd="0" presId="urn:microsoft.com/office/officeart/2016/7/layout/LinearBlockProcessNumbered"/>
    <dgm:cxn modelId="{BA213212-9025-46F8-81EF-19D4A5EA2C3B}" type="presOf" srcId="{0EE3204F-9E04-465D-B3AC-7D44BB9BB82A}" destId="{CEB68A6D-0C7D-4A49-B309-C667A52E061F}" srcOrd="0" destOrd="0" presId="urn:microsoft.com/office/officeart/2016/7/layout/LinearBlockProcessNumbered"/>
    <dgm:cxn modelId="{3F95D412-A89D-437C-872E-46822D77C707}" srcId="{C0728D50-15CB-4FAA-B360-16016A936146}" destId="{EE6F2363-FEDC-4D49-865D-101D4D031CB8}" srcOrd="3" destOrd="0" parTransId="{2A816DFC-86C9-4464-8384-245BBCBB18F1}" sibTransId="{A1EB919C-4EB3-4737-B8D8-C7F81FEABEFB}"/>
    <dgm:cxn modelId="{306C551E-91E8-411F-A739-0310420F1049}" type="presOf" srcId="{A56DD0FF-6601-4ADC-B2CA-3B15D885EB3B}" destId="{BBB702FD-48C5-4F6F-BEC2-F3EFBC72390A}" srcOrd="0" destOrd="0" presId="urn:microsoft.com/office/officeart/2016/7/layout/LinearBlockProcessNumbered"/>
    <dgm:cxn modelId="{2FE8E422-6C02-4492-B9AA-8586E055C38B}" srcId="{C0728D50-15CB-4FAA-B360-16016A936146}" destId="{0EE3204F-9E04-465D-B3AC-7D44BB9BB82A}" srcOrd="4" destOrd="0" parTransId="{110E902F-B8DB-4481-BD67-0BCDBBC6BC59}" sibTransId="{E2FCF1E2-07F3-44D3-A92A-D8B99D9C91E5}"/>
    <dgm:cxn modelId="{DB30462C-46AB-442D-808A-C1F85360EFFF}" type="presOf" srcId="{E0AA8E0F-46E0-427E-BE52-F434F61BD1C2}" destId="{71E56AA1-AC5F-4455-A854-B024C1B411B3}" srcOrd="0" destOrd="0" presId="urn:microsoft.com/office/officeart/2016/7/layout/LinearBlockProcessNumbered"/>
    <dgm:cxn modelId="{A1724975-FDFA-428D-8363-EE3318455221}" type="presOf" srcId="{A1EB919C-4EB3-4737-B8D8-C7F81FEABEFB}" destId="{E6ECEE9E-B7EE-4099-9B9C-472D141D7619}" srcOrd="0" destOrd="0" presId="urn:microsoft.com/office/officeart/2016/7/layout/LinearBlockProcessNumbered"/>
    <dgm:cxn modelId="{4AC1ECAD-3D46-4C98-82CB-6F686DECA638}" type="presOf" srcId="{E9049B7E-7A31-4363-A012-C85849B7C934}" destId="{E8B8DB0B-AFB1-4DB5-B93A-3D2B74453FFB}" srcOrd="0" destOrd="0" presId="urn:microsoft.com/office/officeart/2016/7/layout/LinearBlockProcessNumbered"/>
    <dgm:cxn modelId="{4F9558B3-D494-4DF3-A567-416995D19D45}" type="presOf" srcId="{D5744946-46C1-442F-A8B4-09145A41058D}" destId="{B62940A7-8856-4E04-AF92-E0F18B4D5F46}" srcOrd="0" destOrd="0" presId="urn:microsoft.com/office/officeart/2016/7/layout/LinearBlockProcessNumbered"/>
    <dgm:cxn modelId="{29D3D9BB-0656-49BD-90E3-9239A19920FC}" type="presOf" srcId="{D5744946-46C1-442F-A8B4-09145A41058D}" destId="{36AF7482-6348-4ECD-90DA-62CAB7EA5ED6}" srcOrd="1" destOrd="0" presId="urn:microsoft.com/office/officeart/2016/7/layout/LinearBlockProcessNumbered"/>
    <dgm:cxn modelId="{C49E3FC4-69BA-43B2-B071-E32F586B7A0A}" type="presOf" srcId="{C0728D50-15CB-4FAA-B360-16016A936146}" destId="{35A57478-6C4D-4AFC-A019-7C15BEF193EA}" srcOrd="0" destOrd="0" presId="urn:microsoft.com/office/officeart/2016/7/layout/LinearBlockProcessNumbered"/>
    <dgm:cxn modelId="{039352C9-6DDD-4677-8BB3-C9F98E504C66}" type="presOf" srcId="{A56DD0FF-6601-4ADC-B2CA-3B15D885EB3B}" destId="{66288795-A002-46C3-BF2C-E4AAB9A6D23C}" srcOrd="1" destOrd="0" presId="urn:microsoft.com/office/officeart/2016/7/layout/LinearBlockProcessNumbered"/>
    <dgm:cxn modelId="{ED7386CC-2B77-4EA3-9346-19CA76EBC3A0}" type="presOf" srcId="{E0AA8E0F-46E0-427E-BE52-F434F61BD1C2}" destId="{65F0512D-0C37-4640-81B6-5C95B3595056}" srcOrd="1" destOrd="0" presId="urn:microsoft.com/office/officeart/2016/7/layout/LinearBlockProcessNumbered"/>
    <dgm:cxn modelId="{086321CD-5576-4D73-B800-7C92A44BD02A}" type="presOf" srcId="{0EE3204F-9E04-465D-B3AC-7D44BB9BB82A}" destId="{4763D81A-DE4B-49AE-972B-E4BA19C47E62}" srcOrd="1" destOrd="0" presId="urn:microsoft.com/office/officeart/2016/7/layout/LinearBlockProcessNumbered"/>
    <dgm:cxn modelId="{F10E58D0-04EC-4B7A-A983-C2E9568477B6}" type="presOf" srcId="{6A98548D-E918-4AA3-A048-9E0440278ECC}" destId="{90E0ED3D-2BA8-4965-88DB-962A8939E566}" srcOrd="0" destOrd="0" presId="urn:microsoft.com/office/officeart/2016/7/layout/LinearBlockProcessNumbered"/>
    <dgm:cxn modelId="{1B3468D8-5F28-4740-9632-D2AD7B1898D3}" type="presOf" srcId="{EE6F2363-FEDC-4D49-865D-101D4D031CB8}" destId="{44BB4400-4DED-41DF-9F59-007C677C534D}" srcOrd="1" destOrd="0" presId="urn:microsoft.com/office/officeart/2016/7/layout/LinearBlockProcessNumbered"/>
    <dgm:cxn modelId="{CA0556DD-CA4B-4117-81F7-CD8EA3188798}" srcId="{C0728D50-15CB-4FAA-B360-16016A936146}" destId="{A56DD0FF-6601-4ADC-B2CA-3B15D885EB3B}" srcOrd="0" destOrd="0" parTransId="{59A5DE6C-EB66-489A-B102-98FFD4B2D618}" sibTransId="{BAE515A8-2C2A-4D40-8A44-C77C73479508}"/>
    <dgm:cxn modelId="{636845F6-F43B-429B-BC0E-ABE3BE44D716}" type="presOf" srcId="{BAE515A8-2C2A-4D40-8A44-C77C73479508}" destId="{D4418C8D-D17B-4296-BDAC-E71176066A39}" srcOrd="0" destOrd="0" presId="urn:microsoft.com/office/officeart/2016/7/layout/LinearBlockProcessNumbered"/>
    <dgm:cxn modelId="{38E614FA-C951-462E-A68C-468ED128AC53}" srcId="{C0728D50-15CB-4FAA-B360-16016A936146}" destId="{E0AA8E0F-46E0-427E-BE52-F434F61BD1C2}" srcOrd="2" destOrd="0" parTransId="{1F3B4150-90CF-41A1-AEE1-646CBA2A3584}" sibTransId="{6A98548D-E918-4AA3-A048-9E0440278ECC}"/>
    <dgm:cxn modelId="{CEC682FB-28C3-47D7-9B34-69B590ED4EE7}" srcId="{C0728D50-15CB-4FAA-B360-16016A936146}" destId="{D5744946-46C1-442F-A8B4-09145A41058D}" srcOrd="1" destOrd="0" parTransId="{FC9A3042-3913-4C0B-946D-851D4415B8E9}" sibTransId="{E9049B7E-7A31-4363-A012-C85849B7C934}"/>
    <dgm:cxn modelId="{C24F57C4-3771-49A0-AB87-FEBB2DFAD429}" type="presParOf" srcId="{35A57478-6C4D-4AFC-A019-7C15BEF193EA}" destId="{008D1AE6-682E-4683-8DDF-C54B43A780C5}" srcOrd="0" destOrd="0" presId="urn:microsoft.com/office/officeart/2016/7/layout/LinearBlockProcessNumbered"/>
    <dgm:cxn modelId="{66044808-0527-4248-8993-622A58EAC0BE}" type="presParOf" srcId="{008D1AE6-682E-4683-8DDF-C54B43A780C5}" destId="{BBB702FD-48C5-4F6F-BEC2-F3EFBC72390A}" srcOrd="0" destOrd="0" presId="urn:microsoft.com/office/officeart/2016/7/layout/LinearBlockProcessNumbered"/>
    <dgm:cxn modelId="{480DC901-48C9-4FCC-BF10-794B2A3507A9}" type="presParOf" srcId="{008D1AE6-682E-4683-8DDF-C54B43A780C5}" destId="{D4418C8D-D17B-4296-BDAC-E71176066A39}" srcOrd="1" destOrd="0" presId="urn:microsoft.com/office/officeart/2016/7/layout/LinearBlockProcessNumbered"/>
    <dgm:cxn modelId="{501E583E-FC1E-4A46-B2DD-AA2D9F1F8431}" type="presParOf" srcId="{008D1AE6-682E-4683-8DDF-C54B43A780C5}" destId="{66288795-A002-46C3-BF2C-E4AAB9A6D23C}" srcOrd="2" destOrd="0" presId="urn:microsoft.com/office/officeart/2016/7/layout/LinearBlockProcessNumbered"/>
    <dgm:cxn modelId="{CB7FE4A2-076B-4CCF-BDE5-3EE01C02B181}" type="presParOf" srcId="{35A57478-6C4D-4AFC-A019-7C15BEF193EA}" destId="{01153514-1DDE-4915-A344-CC45E9C39665}" srcOrd="1" destOrd="0" presId="urn:microsoft.com/office/officeart/2016/7/layout/LinearBlockProcessNumbered"/>
    <dgm:cxn modelId="{4CCB0CBD-F278-4F5A-9E02-C5A67FDCE00D}" type="presParOf" srcId="{35A57478-6C4D-4AFC-A019-7C15BEF193EA}" destId="{5949A341-6E1B-461C-9ABE-B65CD8C006FE}" srcOrd="2" destOrd="0" presId="urn:microsoft.com/office/officeart/2016/7/layout/LinearBlockProcessNumbered"/>
    <dgm:cxn modelId="{F9DADCB6-848A-4CD6-A241-225E82C5F3E5}" type="presParOf" srcId="{5949A341-6E1B-461C-9ABE-B65CD8C006FE}" destId="{B62940A7-8856-4E04-AF92-E0F18B4D5F46}" srcOrd="0" destOrd="0" presId="urn:microsoft.com/office/officeart/2016/7/layout/LinearBlockProcessNumbered"/>
    <dgm:cxn modelId="{A930DCA1-DD46-4468-9CFA-D66AA4B06E31}" type="presParOf" srcId="{5949A341-6E1B-461C-9ABE-B65CD8C006FE}" destId="{E8B8DB0B-AFB1-4DB5-B93A-3D2B74453FFB}" srcOrd="1" destOrd="0" presId="urn:microsoft.com/office/officeart/2016/7/layout/LinearBlockProcessNumbered"/>
    <dgm:cxn modelId="{3DB8BD45-E593-492A-84EF-BC10893345B2}" type="presParOf" srcId="{5949A341-6E1B-461C-9ABE-B65CD8C006FE}" destId="{36AF7482-6348-4ECD-90DA-62CAB7EA5ED6}" srcOrd="2" destOrd="0" presId="urn:microsoft.com/office/officeart/2016/7/layout/LinearBlockProcessNumbered"/>
    <dgm:cxn modelId="{2EFB39F3-AFA4-44E9-AECF-189EED6422DD}" type="presParOf" srcId="{35A57478-6C4D-4AFC-A019-7C15BEF193EA}" destId="{F8258DF6-9CC8-49FB-8057-8AF9724F37C0}" srcOrd="3" destOrd="0" presId="urn:microsoft.com/office/officeart/2016/7/layout/LinearBlockProcessNumbered"/>
    <dgm:cxn modelId="{8C002CAB-8F77-4A78-92D2-7C977C8C61B1}" type="presParOf" srcId="{35A57478-6C4D-4AFC-A019-7C15BEF193EA}" destId="{35B7064B-B101-4BF6-B130-67A720F990BC}" srcOrd="4" destOrd="0" presId="urn:microsoft.com/office/officeart/2016/7/layout/LinearBlockProcessNumbered"/>
    <dgm:cxn modelId="{CC946790-AB57-4B06-9817-E844DEA34056}" type="presParOf" srcId="{35B7064B-B101-4BF6-B130-67A720F990BC}" destId="{71E56AA1-AC5F-4455-A854-B024C1B411B3}" srcOrd="0" destOrd="0" presId="urn:microsoft.com/office/officeart/2016/7/layout/LinearBlockProcessNumbered"/>
    <dgm:cxn modelId="{8E6ECEFC-BEA1-472A-B45C-9A5BFFCAF049}" type="presParOf" srcId="{35B7064B-B101-4BF6-B130-67A720F990BC}" destId="{90E0ED3D-2BA8-4965-88DB-962A8939E566}" srcOrd="1" destOrd="0" presId="urn:microsoft.com/office/officeart/2016/7/layout/LinearBlockProcessNumbered"/>
    <dgm:cxn modelId="{601A2677-5688-4446-8ED6-956CED5FD72F}" type="presParOf" srcId="{35B7064B-B101-4BF6-B130-67A720F990BC}" destId="{65F0512D-0C37-4640-81B6-5C95B3595056}" srcOrd="2" destOrd="0" presId="urn:microsoft.com/office/officeart/2016/7/layout/LinearBlockProcessNumbered"/>
    <dgm:cxn modelId="{73FB6283-F171-47CD-A754-D0077BB769B2}" type="presParOf" srcId="{35A57478-6C4D-4AFC-A019-7C15BEF193EA}" destId="{9AD01F3F-6912-459F-8C6C-9A729731B795}" srcOrd="5" destOrd="0" presId="urn:microsoft.com/office/officeart/2016/7/layout/LinearBlockProcessNumbered"/>
    <dgm:cxn modelId="{21576B3C-0DE0-435F-BD1F-85C96DE6B05B}" type="presParOf" srcId="{35A57478-6C4D-4AFC-A019-7C15BEF193EA}" destId="{E890FA90-F899-4A30-8B4C-3D0B2AF6E54E}" srcOrd="6" destOrd="0" presId="urn:microsoft.com/office/officeart/2016/7/layout/LinearBlockProcessNumbered"/>
    <dgm:cxn modelId="{DED24945-A08A-4B20-B678-0BB86C710767}" type="presParOf" srcId="{E890FA90-F899-4A30-8B4C-3D0B2AF6E54E}" destId="{3DA82C3C-5A6E-4605-A0F9-C17598339A59}" srcOrd="0" destOrd="0" presId="urn:microsoft.com/office/officeart/2016/7/layout/LinearBlockProcessNumbered"/>
    <dgm:cxn modelId="{A02DD1B6-8EA2-43C8-98BF-9F4ED39BBEDB}" type="presParOf" srcId="{E890FA90-F899-4A30-8B4C-3D0B2AF6E54E}" destId="{E6ECEE9E-B7EE-4099-9B9C-472D141D7619}" srcOrd="1" destOrd="0" presId="urn:microsoft.com/office/officeart/2016/7/layout/LinearBlockProcessNumbered"/>
    <dgm:cxn modelId="{CBFDFC93-D530-42FC-900A-3DB28F25E4ED}" type="presParOf" srcId="{E890FA90-F899-4A30-8B4C-3D0B2AF6E54E}" destId="{44BB4400-4DED-41DF-9F59-007C677C534D}" srcOrd="2" destOrd="0" presId="urn:microsoft.com/office/officeart/2016/7/layout/LinearBlockProcessNumbered"/>
    <dgm:cxn modelId="{DB5CB53F-2B16-419E-9D07-B5D5AE7142E8}" type="presParOf" srcId="{35A57478-6C4D-4AFC-A019-7C15BEF193EA}" destId="{F500C6CF-40B4-4EAF-B812-F2A0C373614F}" srcOrd="7" destOrd="0" presId="urn:microsoft.com/office/officeart/2016/7/layout/LinearBlockProcessNumbered"/>
    <dgm:cxn modelId="{5F97F2D5-D152-465F-8E16-564EA6C16B61}" type="presParOf" srcId="{35A57478-6C4D-4AFC-A019-7C15BEF193EA}" destId="{110B6BE0-929D-4E2D-897F-87BEAAFF1969}" srcOrd="8" destOrd="0" presId="urn:microsoft.com/office/officeart/2016/7/layout/LinearBlockProcessNumbered"/>
    <dgm:cxn modelId="{A0EB5A9D-CD56-40ED-AC84-40FF6338564D}" type="presParOf" srcId="{110B6BE0-929D-4E2D-897F-87BEAAFF1969}" destId="{CEB68A6D-0C7D-4A49-B309-C667A52E061F}" srcOrd="0" destOrd="0" presId="urn:microsoft.com/office/officeart/2016/7/layout/LinearBlockProcessNumbered"/>
    <dgm:cxn modelId="{C2DE6C8F-D48E-4DF7-9DF5-7D44EDA6A00F}" type="presParOf" srcId="{110B6BE0-929D-4E2D-897F-87BEAAFF1969}" destId="{40DCABEF-8A59-468B-8287-37AFF687AF97}" srcOrd="1" destOrd="0" presId="urn:microsoft.com/office/officeart/2016/7/layout/LinearBlockProcessNumbered"/>
    <dgm:cxn modelId="{4DF5C647-2583-4B27-9F94-AD11189C1732}" type="presParOf" srcId="{110B6BE0-929D-4E2D-897F-87BEAAFF1969}" destId="{4763D81A-DE4B-49AE-972B-E4BA19C47E62}"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6EEE668-E4A6-4203-A9F3-E1E221B917C4}" type="doc">
      <dgm:prSet loTypeId="urn:microsoft.com/office/officeart/2016/7/layout/LinearBlockProcessNumbered" loCatId="process" qsTypeId="urn:microsoft.com/office/officeart/2005/8/quickstyle/simple1" qsCatId="simple" csTypeId="urn:microsoft.com/office/officeart/2005/8/colors/colorful1" csCatId="colorful"/>
      <dgm:spPr/>
      <dgm:t>
        <a:bodyPr/>
        <a:lstStyle/>
        <a:p>
          <a:endParaRPr lang="en-US"/>
        </a:p>
      </dgm:t>
    </dgm:pt>
    <dgm:pt modelId="{878BB394-7CF8-4015-89E7-D53E71D5D6C3}">
      <dgm:prSet/>
      <dgm:spPr/>
      <dgm:t>
        <a:bodyPr/>
        <a:lstStyle/>
        <a:p>
          <a:r>
            <a:rPr lang="en-US"/>
            <a:t>Team creates a shared IT documentation repository</a:t>
          </a:r>
        </a:p>
      </dgm:t>
    </dgm:pt>
    <dgm:pt modelId="{AEA1F79D-1C5D-41AB-B2CA-441CA52D4C23}" type="parTrans" cxnId="{428640A5-33FD-41D8-8583-467E2C12019B}">
      <dgm:prSet/>
      <dgm:spPr/>
      <dgm:t>
        <a:bodyPr/>
        <a:lstStyle/>
        <a:p>
          <a:endParaRPr lang="en-US"/>
        </a:p>
      </dgm:t>
    </dgm:pt>
    <dgm:pt modelId="{2B95728A-69B7-4322-BD3A-5A12503592AD}" type="sibTrans" cxnId="{428640A5-33FD-41D8-8583-467E2C12019B}">
      <dgm:prSet phldrT="01" phldr="0"/>
      <dgm:spPr/>
      <dgm:t>
        <a:bodyPr/>
        <a:lstStyle/>
        <a:p>
          <a:r>
            <a:rPr lang="en-US"/>
            <a:t>01</a:t>
          </a:r>
        </a:p>
      </dgm:t>
    </dgm:pt>
    <dgm:pt modelId="{E72BB7BC-0F1E-433B-AE89-4214F9BA7B60}">
      <dgm:prSet/>
      <dgm:spPr/>
      <dgm:t>
        <a:bodyPr/>
        <a:lstStyle/>
        <a:p>
          <a:r>
            <a:rPr lang="en-US"/>
            <a:t>One person writes troubleshooting steps</a:t>
          </a:r>
        </a:p>
      </dgm:t>
    </dgm:pt>
    <dgm:pt modelId="{ABFCA446-FE58-4F02-AB02-1D0F51B378E8}" type="parTrans" cxnId="{CD7E1FA5-F26A-47A4-8EA9-AED225C9A6E1}">
      <dgm:prSet/>
      <dgm:spPr/>
      <dgm:t>
        <a:bodyPr/>
        <a:lstStyle/>
        <a:p>
          <a:endParaRPr lang="en-US"/>
        </a:p>
      </dgm:t>
    </dgm:pt>
    <dgm:pt modelId="{ECE21C32-5673-47B8-9883-0963A14221B4}" type="sibTrans" cxnId="{CD7E1FA5-F26A-47A4-8EA9-AED225C9A6E1}">
      <dgm:prSet phldrT="02" phldr="0"/>
      <dgm:spPr/>
      <dgm:t>
        <a:bodyPr/>
        <a:lstStyle/>
        <a:p>
          <a:r>
            <a:rPr lang="en-US"/>
            <a:t>02</a:t>
          </a:r>
        </a:p>
      </dgm:t>
    </dgm:pt>
    <dgm:pt modelId="{5B5A921D-2E4F-4AAA-BDD5-917130A27F04}">
      <dgm:prSet/>
      <dgm:spPr/>
      <dgm:t>
        <a:bodyPr/>
        <a:lstStyle/>
        <a:p>
          <a:r>
            <a:rPr lang="en-US"/>
            <a:t>Another updates cloud setup instructions</a:t>
          </a:r>
        </a:p>
      </dgm:t>
    </dgm:pt>
    <dgm:pt modelId="{F0403784-8507-413E-B8D9-8DD4725FECDC}" type="parTrans" cxnId="{DB54FC28-B6E3-469F-A4B6-FC31D69F4818}">
      <dgm:prSet/>
      <dgm:spPr/>
      <dgm:t>
        <a:bodyPr/>
        <a:lstStyle/>
        <a:p>
          <a:endParaRPr lang="en-US"/>
        </a:p>
      </dgm:t>
    </dgm:pt>
    <dgm:pt modelId="{106A8F70-0924-4081-A06A-85166E1F62D5}" type="sibTrans" cxnId="{DB54FC28-B6E3-469F-A4B6-FC31D69F4818}">
      <dgm:prSet phldrT="03" phldr="0"/>
      <dgm:spPr/>
      <dgm:t>
        <a:bodyPr/>
        <a:lstStyle/>
        <a:p>
          <a:r>
            <a:rPr lang="en-US"/>
            <a:t>03</a:t>
          </a:r>
        </a:p>
      </dgm:t>
    </dgm:pt>
    <dgm:pt modelId="{5F0BBB16-4351-4A3F-B866-DC6A06576E3D}">
      <dgm:prSet/>
      <dgm:spPr/>
      <dgm:t>
        <a:bodyPr/>
        <a:lstStyle/>
        <a:p>
          <a:r>
            <a:rPr lang="en-US"/>
            <a:t>Another reviews security procedures</a:t>
          </a:r>
        </a:p>
      </dgm:t>
    </dgm:pt>
    <dgm:pt modelId="{533D5D94-6271-44EE-8E55-70919F26C7D9}" type="parTrans" cxnId="{C2432051-435F-42AF-9A60-C8897ED1FBC3}">
      <dgm:prSet/>
      <dgm:spPr/>
      <dgm:t>
        <a:bodyPr/>
        <a:lstStyle/>
        <a:p>
          <a:endParaRPr lang="en-US"/>
        </a:p>
      </dgm:t>
    </dgm:pt>
    <dgm:pt modelId="{02D2FF69-08EE-43F5-9095-EA9E6AA12E74}" type="sibTrans" cxnId="{C2432051-435F-42AF-9A60-C8897ED1FBC3}">
      <dgm:prSet phldrT="04" phldr="0"/>
      <dgm:spPr/>
      <dgm:t>
        <a:bodyPr/>
        <a:lstStyle/>
        <a:p>
          <a:r>
            <a:rPr lang="en-US"/>
            <a:t>04</a:t>
          </a:r>
        </a:p>
      </dgm:t>
    </dgm:pt>
    <dgm:pt modelId="{125FBCF8-75EB-4282-9D4D-1CC575BBA5BA}">
      <dgm:prSet/>
      <dgm:spPr/>
      <dgm:t>
        <a:bodyPr/>
        <a:lstStyle/>
        <a:p>
          <a:r>
            <a:rPr lang="en-US"/>
            <a:t>The group approves the final documentation</a:t>
          </a:r>
        </a:p>
      </dgm:t>
    </dgm:pt>
    <dgm:pt modelId="{6F958FB4-D772-4586-B435-59936B4A3837}" type="parTrans" cxnId="{C698E09A-2E4E-43DB-96E8-9F59DC143FBF}">
      <dgm:prSet/>
      <dgm:spPr/>
      <dgm:t>
        <a:bodyPr/>
        <a:lstStyle/>
        <a:p>
          <a:endParaRPr lang="en-US"/>
        </a:p>
      </dgm:t>
    </dgm:pt>
    <dgm:pt modelId="{E8C64CB8-8BC9-4106-AF58-318704C5938F}" type="sibTrans" cxnId="{C698E09A-2E4E-43DB-96E8-9F59DC143FBF}">
      <dgm:prSet phldrT="05" phldr="0"/>
      <dgm:spPr/>
      <dgm:t>
        <a:bodyPr/>
        <a:lstStyle/>
        <a:p>
          <a:r>
            <a:rPr lang="en-US"/>
            <a:t>05</a:t>
          </a:r>
        </a:p>
      </dgm:t>
    </dgm:pt>
    <dgm:pt modelId="{D6EE2CF9-3629-4D61-8585-1FA146D33403}" type="pres">
      <dgm:prSet presAssocID="{B6EEE668-E4A6-4203-A9F3-E1E221B917C4}" presName="Name0" presStyleCnt="0">
        <dgm:presLayoutVars>
          <dgm:animLvl val="lvl"/>
          <dgm:resizeHandles val="exact"/>
        </dgm:presLayoutVars>
      </dgm:prSet>
      <dgm:spPr/>
    </dgm:pt>
    <dgm:pt modelId="{0325BCF2-05A0-4A3F-B364-8E636979A900}" type="pres">
      <dgm:prSet presAssocID="{878BB394-7CF8-4015-89E7-D53E71D5D6C3}" presName="compositeNode" presStyleCnt="0">
        <dgm:presLayoutVars>
          <dgm:bulletEnabled val="1"/>
        </dgm:presLayoutVars>
      </dgm:prSet>
      <dgm:spPr/>
    </dgm:pt>
    <dgm:pt modelId="{EED97F74-2AED-4743-9A0A-DC708BF419D8}" type="pres">
      <dgm:prSet presAssocID="{878BB394-7CF8-4015-89E7-D53E71D5D6C3}" presName="bgRect" presStyleLbl="alignNode1" presStyleIdx="0" presStyleCnt="5"/>
      <dgm:spPr/>
    </dgm:pt>
    <dgm:pt modelId="{5610DD1D-8386-4995-8011-5A644448A24C}" type="pres">
      <dgm:prSet presAssocID="{2B95728A-69B7-4322-BD3A-5A12503592AD}" presName="sibTransNodeRect" presStyleLbl="alignNode1" presStyleIdx="0" presStyleCnt="5">
        <dgm:presLayoutVars>
          <dgm:chMax val="0"/>
          <dgm:bulletEnabled val="1"/>
        </dgm:presLayoutVars>
      </dgm:prSet>
      <dgm:spPr/>
    </dgm:pt>
    <dgm:pt modelId="{4155CE81-3834-4782-AB99-48C04750584C}" type="pres">
      <dgm:prSet presAssocID="{878BB394-7CF8-4015-89E7-D53E71D5D6C3}" presName="nodeRect" presStyleLbl="alignNode1" presStyleIdx="0" presStyleCnt="5">
        <dgm:presLayoutVars>
          <dgm:bulletEnabled val="1"/>
        </dgm:presLayoutVars>
      </dgm:prSet>
      <dgm:spPr/>
    </dgm:pt>
    <dgm:pt modelId="{60D05CD8-6EC2-4E2B-A68E-D662CE0784D1}" type="pres">
      <dgm:prSet presAssocID="{2B95728A-69B7-4322-BD3A-5A12503592AD}" presName="sibTrans" presStyleCnt="0"/>
      <dgm:spPr/>
    </dgm:pt>
    <dgm:pt modelId="{5766775B-D798-47FD-B218-5B155EE1C88D}" type="pres">
      <dgm:prSet presAssocID="{E72BB7BC-0F1E-433B-AE89-4214F9BA7B60}" presName="compositeNode" presStyleCnt="0">
        <dgm:presLayoutVars>
          <dgm:bulletEnabled val="1"/>
        </dgm:presLayoutVars>
      </dgm:prSet>
      <dgm:spPr/>
    </dgm:pt>
    <dgm:pt modelId="{060A43E1-27AE-4202-B0B5-86CCDAC74493}" type="pres">
      <dgm:prSet presAssocID="{E72BB7BC-0F1E-433B-AE89-4214F9BA7B60}" presName="bgRect" presStyleLbl="alignNode1" presStyleIdx="1" presStyleCnt="5"/>
      <dgm:spPr/>
    </dgm:pt>
    <dgm:pt modelId="{93307F5F-E310-4756-948A-52808C626F5A}" type="pres">
      <dgm:prSet presAssocID="{ECE21C32-5673-47B8-9883-0963A14221B4}" presName="sibTransNodeRect" presStyleLbl="alignNode1" presStyleIdx="1" presStyleCnt="5">
        <dgm:presLayoutVars>
          <dgm:chMax val="0"/>
          <dgm:bulletEnabled val="1"/>
        </dgm:presLayoutVars>
      </dgm:prSet>
      <dgm:spPr/>
    </dgm:pt>
    <dgm:pt modelId="{F555C136-E221-4F4A-96E6-5D490F5D374A}" type="pres">
      <dgm:prSet presAssocID="{E72BB7BC-0F1E-433B-AE89-4214F9BA7B60}" presName="nodeRect" presStyleLbl="alignNode1" presStyleIdx="1" presStyleCnt="5">
        <dgm:presLayoutVars>
          <dgm:bulletEnabled val="1"/>
        </dgm:presLayoutVars>
      </dgm:prSet>
      <dgm:spPr/>
    </dgm:pt>
    <dgm:pt modelId="{F90E0A8B-DC42-42B5-A861-F2FBEE4B9CFC}" type="pres">
      <dgm:prSet presAssocID="{ECE21C32-5673-47B8-9883-0963A14221B4}" presName="sibTrans" presStyleCnt="0"/>
      <dgm:spPr/>
    </dgm:pt>
    <dgm:pt modelId="{1A9419F2-014B-46EF-8328-53F8B925DE86}" type="pres">
      <dgm:prSet presAssocID="{5B5A921D-2E4F-4AAA-BDD5-917130A27F04}" presName="compositeNode" presStyleCnt="0">
        <dgm:presLayoutVars>
          <dgm:bulletEnabled val="1"/>
        </dgm:presLayoutVars>
      </dgm:prSet>
      <dgm:spPr/>
    </dgm:pt>
    <dgm:pt modelId="{35A9A5C7-E42B-4DF3-A39F-38484C861658}" type="pres">
      <dgm:prSet presAssocID="{5B5A921D-2E4F-4AAA-BDD5-917130A27F04}" presName="bgRect" presStyleLbl="alignNode1" presStyleIdx="2" presStyleCnt="5"/>
      <dgm:spPr/>
    </dgm:pt>
    <dgm:pt modelId="{B4C5606F-D2D3-462E-9A32-5CB3FF279AC8}" type="pres">
      <dgm:prSet presAssocID="{106A8F70-0924-4081-A06A-85166E1F62D5}" presName="sibTransNodeRect" presStyleLbl="alignNode1" presStyleIdx="2" presStyleCnt="5">
        <dgm:presLayoutVars>
          <dgm:chMax val="0"/>
          <dgm:bulletEnabled val="1"/>
        </dgm:presLayoutVars>
      </dgm:prSet>
      <dgm:spPr/>
    </dgm:pt>
    <dgm:pt modelId="{9ABD4405-186A-4065-A4F6-DC569187B346}" type="pres">
      <dgm:prSet presAssocID="{5B5A921D-2E4F-4AAA-BDD5-917130A27F04}" presName="nodeRect" presStyleLbl="alignNode1" presStyleIdx="2" presStyleCnt="5">
        <dgm:presLayoutVars>
          <dgm:bulletEnabled val="1"/>
        </dgm:presLayoutVars>
      </dgm:prSet>
      <dgm:spPr/>
    </dgm:pt>
    <dgm:pt modelId="{6DDDAF55-846C-4C72-A1AD-3EB99E21C133}" type="pres">
      <dgm:prSet presAssocID="{106A8F70-0924-4081-A06A-85166E1F62D5}" presName="sibTrans" presStyleCnt="0"/>
      <dgm:spPr/>
    </dgm:pt>
    <dgm:pt modelId="{1A858D72-C573-46FE-9C07-1EA843777F72}" type="pres">
      <dgm:prSet presAssocID="{5F0BBB16-4351-4A3F-B866-DC6A06576E3D}" presName="compositeNode" presStyleCnt="0">
        <dgm:presLayoutVars>
          <dgm:bulletEnabled val="1"/>
        </dgm:presLayoutVars>
      </dgm:prSet>
      <dgm:spPr/>
    </dgm:pt>
    <dgm:pt modelId="{38AE11BA-1A91-468F-91F0-6561ADBCB92D}" type="pres">
      <dgm:prSet presAssocID="{5F0BBB16-4351-4A3F-B866-DC6A06576E3D}" presName="bgRect" presStyleLbl="alignNode1" presStyleIdx="3" presStyleCnt="5"/>
      <dgm:spPr/>
    </dgm:pt>
    <dgm:pt modelId="{747A89E7-2394-4894-85C1-42EE6DE7FDF7}" type="pres">
      <dgm:prSet presAssocID="{02D2FF69-08EE-43F5-9095-EA9E6AA12E74}" presName="sibTransNodeRect" presStyleLbl="alignNode1" presStyleIdx="3" presStyleCnt="5">
        <dgm:presLayoutVars>
          <dgm:chMax val="0"/>
          <dgm:bulletEnabled val="1"/>
        </dgm:presLayoutVars>
      </dgm:prSet>
      <dgm:spPr/>
    </dgm:pt>
    <dgm:pt modelId="{4EC584B0-83CD-4875-AAA7-CB8393F02F7F}" type="pres">
      <dgm:prSet presAssocID="{5F0BBB16-4351-4A3F-B866-DC6A06576E3D}" presName="nodeRect" presStyleLbl="alignNode1" presStyleIdx="3" presStyleCnt="5">
        <dgm:presLayoutVars>
          <dgm:bulletEnabled val="1"/>
        </dgm:presLayoutVars>
      </dgm:prSet>
      <dgm:spPr/>
    </dgm:pt>
    <dgm:pt modelId="{F4939467-8E12-4E25-9CE6-2EC7E902E45A}" type="pres">
      <dgm:prSet presAssocID="{02D2FF69-08EE-43F5-9095-EA9E6AA12E74}" presName="sibTrans" presStyleCnt="0"/>
      <dgm:spPr/>
    </dgm:pt>
    <dgm:pt modelId="{C28429FD-DEC1-45AE-AB2C-77D457BD2933}" type="pres">
      <dgm:prSet presAssocID="{125FBCF8-75EB-4282-9D4D-1CC575BBA5BA}" presName="compositeNode" presStyleCnt="0">
        <dgm:presLayoutVars>
          <dgm:bulletEnabled val="1"/>
        </dgm:presLayoutVars>
      </dgm:prSet>
      <dgm:spPr/>
    </dgm:pt>
    <dgm:pt modelId="{8B11E1CE-290C-44DD-B02A-677E9250F37C}" type="pres">
      <dgm:prSet presAssocID="{125FBCF8-75EB-4282-9D4D-1CC575BBA5BA}" presName="bgRect" presStyleLbl="alignNode1" presStyleIdx="4" presStyleCnt="5"/>
      <dgm:spPr/>
    </dgm:pt>
    <dgm:pt modelId="{1D2E84C4-44B1-466B-9402-A4B374D876D6}" type="pres">
      <dgm:prSet presAssocID="{E8C64CB8-8BC9-4106-AF58-318704C5938F}" presName="sibTransNodeRect" presStyleLbl="alignNode1" presStyleIdx="4" presStyleCnt="5">
        <dgm:presLayoutVars>
          <dgm:chMax val="0"/>
          <dgm:bulletEnabled val="1"/>
        </dgm:presLayoutVars>
      </dgm:prSet>
      <dgm:spPr/>
    </dgm:pt>
    <dgm:pt modelId="{20AB95E3-E44A-4D36-9AB9-C44F052DBB7B}" type="pres">
      <dgm:prSet presAssocID="{125FBCF8-75EB-4282-9D4D-1CC575BBA5BA}" presName="nodeRect" presStyleLbl="alignNode1" presStyleIdx="4" presStyleCnt="5">
        <dgm:presLayoutVars>
          <dgm:bulletEnabled val="1"/>
        </dgm:presLayoutVars>
      </dgm:prSet>
      <dgm:spPr/>
    </dgm:pt>
  </dgm:ptLst>
  <dgm:cxnLst>
    <dgm:cxn modelId="{9AB3F902-FA0A-4637-8036-78A1E576EB70}" type="presOf" srcId="{E72BB7BC-0F1E-433B-AE89-4214F9BA7B60}" destId="{060A43E1-27AE-4202-B0B5-86CCDAC74493}" srcOrd="0" destOrd="0" presId="urn:microsoft.com/office/officeart/2016/7/layout/LinearBlockProcessNumbered"/>
    <dgm:cxn modelId="{C041E604-C16B-4B79-9EB5-438443C0D64E}" type="presOf" srcId="{5F0BBB16-4351-4A3F-B866-DC6A06576E3D}" destId="{4EC584B0-83CD-4875-AAA7-CB8393F02F7F}" srcOrd="1" destOrd="0" presId="urn:microsoft.com/office/officeart/2016/7/layout/LinearBlockProcessNumbered"/>
    <dgm:cxn modelId="{E43F1405-A52C-40A9-A55A-4E86809E371C}" type="presOf" srcId="{125FBCF8-75EB-4282-9D4D-1CC575BBA5BA}" destId="{20AB95E3-E44A-4D36-9AB9-C44F052DBB7B}" srcOrd="1" destOrd="0" presId="urn:microsoft.com/office/officeart/2016/7/layout/LinearBlockProcessNumbered"/>
    <dgm:cxn modelId="{FEF6F207-4050-4249-BB85-7F3ED9E29A7E}" type="presOf" srcId="{5B5A921D-2E4F-4AAA-BDD5-917130A27F04}" destId="{9ABD4405-186A-4065-A4F6-DC569187B346}" srcOrd="1" destOrd="0" presId="urn:microsoft.com/office/officeart/2016/7/layout/LinearBlockProcessNumbered"/>
    <dgm:cxn modelId="{B736E00C-4BBC-485F-B620-3D89F6C84C05}" type="presOf" srcId="{02D2FF69-08EE-43F5-9095-EA9E6AA12E74}" destId="{747A89E7-2394-4894-85C1-42EE6DE7FDF7}" srcOrd="0" destOrd="0" presId="urn:microsoft.com/office/officeart/2016/7/layout/LinearBlockProcessNumbered"/>
    <dgm:cxn modelId="{DB54FC28-B6E3-469F-A4B6-FC31D69F4818}" srcId="{B6EEE668-E4A6-4203-A9F3-E1E221B917C4}" destId="{5B5A921D-2E4F-4AAA-BDD5-917130A27F04}" srcOrd="2" destOrd="0" parTransId="{F0403784-8507-413E-B8D9-8DD4725FECDC}" sibTransId="{106A8F70-0924-4081-A06A-85166E1F62D5}"/>
    <dgm:cxn modelId="{50927A30-5A0B-4473-AE8A-16ED5DDDC0CA}" type="presOf" srcId="{106A8F70-0924-4081-A06A-85166E1F62D5}" destId="{B4C5606F-D2D3-462E-9A32-5CB3FF279AC8}" srcOrd="0" destOrd="0" presId="urn:microsoft.com/office/officeart/2016/7/layout/LinearBlockProcessNumbered"/>
    <dgm:cxn modelId="{D2DFC73F-E007-4A54-A943-A50A00899B0D}" type="presOf" srcId="{2B95728A-69B7-4322-BD3A-5A12503592AD}" destId="{5610DD1D-8386-4995-8011-5A644448A24C}" srcOrd="0" destOrd="0" presId="urn:microsoft.com/office/officeart/2016/7/layout/LinearBlockProcessNumbered"/>
    <dgm:cxn modelId="{6348C770-AB97-497D-9C08-6EA80F5D940B}" type="presOf" srcId="{5F0BBB16-4351-4A3F-B866-DC6A06576E3D}" destId="{38AE11BA-1A91-468F-91F0-6561ADBCB92D}" srcOrd="0" destOrd="0" presId="urn:microsoft.com/office/officeart/2016/7/layout/LinearBlockProcessNumbered"/>
    <dgm:cxn modelId="{C2432051-435F-42AF-9A60-C8897ED1FBC3}" srcId="{B6EEE668-E4A6-4203-A9F3-E1E221B917C4}" destId="{5F0BBB16-4351-4A3F-B866-DC6A06576E3D}" srcOrd="3" destOrd="0" parTransId="{533D5D94-6271-44EE-8E55-70919F26C7D9}" sibTransId="{02D2FF69-08EE-43F5-9095-EA9E6AA12E74}"/>
    <dgm:cxn modelId="{427BE357-5C78-41E5-8047-68D6384E82B4}" type="presOf" srcId="{878BB394-7CF8-4015-89E7-D53E71D5D6C3}" destId="{4155CE81-3834-4782-AB99-48C04750584C}" srcOrd="1" destOrd="0" presId="urn:microsoft.com/office/officeart/2016/7/layout/LinearBlockProcessNumbered"/>
    <dgm:cxn modelId="{47696B7F-3DB0-4619-8EE6-28C001750372}" type="presOf" srcId="{ECE21C32-5673-47B8-9883-0963A14221B4}" destId="{93307F5F-E310-4756-948A-52808C626F5A}" srcOrd="0" destOrd="0" presId="urn:microsoft.com/office/officeart/2016/7/layout/LinearBlockProcessNumbered"/>
    <dgm:cxn modelId="{C698E09A-2E4E-43DB-96E8-9F59DC143FBF}" srcId="{B6EEE668-E4A6-4203-A9F3-E1E221B917C4}" destId="{125FBCF8-75EB-4282-9D4D-1CC575BBA5BA}" srcOrd="4" destOrd="0" parTransId="{6F958FB4-D772-4586-B435-59936B4A3837}" sibTransId="{E8C64CB8-8BC9-4106-AF58-318704C5938F}"/>
    <dgm:cxn modelId="{CD7E1FA5-F26A-47A4-8EA9-AED225C9A6E1}" srcId="{B6EEE668-E4A6-4203-A9F3-E1E221B917C4}" destId="{E72BB7BC-0F1E-433B-AE89-4214F9BA7B60}" srcOrd="1" destOrd="0" parTransId="{ABFCA446-FE58-4F02-AB02-1D0F51B378E8}" sibTransId="{ECE21C32-5673-47B8-9883-0963A14221B4}"/>
    <dgm:cxn modelId="{428640A5-33FD-41D8-8583-467E2C12019B}" srcId="{B6EEE668-E4A6-4203-A9F3-E1E221B917C4}" destId="{878BB394-7CF8-4015-89E7-D53E71D5D6C3}" srcOrd="0" destOrd="0" parTransId="{AEA1F79D-1C5D-41AB-B2CA-441CA52D4C23}" sibTransId="{2B95728A-69B7-4322-BD3A-5A12503592AD}"/>
    <dgm:cxn modelId="{206845BF-CB71-424F-9163-6FE6BE708FA6}" type="presOf" srcId="{5B5A921D-2E4F-4AAA-BDD5-917130A27F04}" destId="{35A9A5C7-E42B-4DF3-A39F-38484C861658}" srcOrd="0" destOrd="0" presId="urn:microsoft.com/office/officeart/2016/7/layout/LinearBlockProcessNumbered"/>
    <dgm:cxn modelId="{5C8400C9-E501-4CFF-BC30-EFAFB4CEF034}" type="presOf" srcId="{B6EEE668-E4A6-4203-A9F3-E1E221B917C4}" destId="{D6EE2CF9-3629-4D61-8585-1FA146D33403}" srcOrd="0" destOrd="0" presId="urn:microsoft.com/office/officeart/2016/7/layout/LinearBlockProcessNumbered"/>
    <dgm:cxn modelId="{C241D6C9-07C3-424A-803E-595E589A5590}" type="presOf" srcId="{878BB394-7CF8-4015-89E7-D53E71D5D6C3}" destId="{EED97F74-2AED-4743-9A0A-DC708BF419D8}" srcOrd="0" destOrd="0" presId="urn:microsoft.com/office/officeart/2016/7/layout/LinearBlockProcessNumbered"/>
    <dgm:cxn modelId="{DA650EDD-899C-44D1-B737-AAE920E45845}" type="presOf" srcId="{125FBCF8-75EB-4282-9D4D-1CC575BBA5BA}" destId="{8B11E1CE-290C-44DD-B02A-677E9250F37C}" srcOrd="0" destOrd="0" presId="urn:microsoft.com/office/officeart/2016/7/layout/LinearBlockProcessNumbered"/>
    <dgm:cxn modelId="{46671DDD-2E8F-4831-9F46-A56DF42720A7}" type="presOf" srcId="{E8C64CB8-8BC9-4106-AF58-318704C5938F}" destId="{1D2E84C4-44B1-466B-9402-A4B374D876D6}" srcOrd="0" destOrd="0" presId="urn:microsoft.com/office/officeart/2016/7/layout/LinearBlockProcessNumbered"/>
    <dgm:cxn modelId="{D6B08BF9-1CA9-4E2A-B5EF-CED033FB047A}" type="presOf" srcId="{E72BB7BC-0F1E-433B-AE89-4214F9BA7B60}" destId="{F555C136-E221-4F4A-96E6-5D490F5D374A}" srcOrd="1" destOrd="0" presId="urn:microsoft.com/office/officeart/2016/7/layout/LinearBlockProcessNumbered"/>
    <dgm:cxn modelId="{88292401-A888-4D7B-8F62-7F6352667EBC}" type="presParOf" srcId="{D6EE2CF9-3629-4D61-8585-1FA146D33403}" destId="{0325BCF2-05A0-4A3F-B364-8E636979A900}" srcOrd="0" destOrd="0" presId="urn:microsoft.com/office/officeart/2016/7/layout/LinearBlockProcessNumbered"/>
    <dgm:cxn modelId="{554B23A9-967C-4886-87BD-B3F9CCD12B37}" type="presParOf" srcId="{0325BCF2-05A0-4A3F-B364-8E636979A900}" destId="{EED97F74-2AED-4743-9A0A-DC708BF419D8}" srcOrd="0" destOrd="0" presId="urn:microsoft.com/office/officeart/2016/7/layout/LinearBlockProcessNumbered"/>
    <dgm:cxn modelId="{8856619D-6898-4F41-9129-8803679EF6ED}" type="presParOf" srcId="{0325BCF2-05A0-4A3F-B364-8E636979A900}" destId="{5610DD1D-8386-4995-8011-5A644448A24C}" srcOrd="1" destOrd="0" presId="urn:microsoft.com/office/officeart/2016/7/layout/LinearBlockProcessNumbered"/>
    <dgm:cxn modelId="{9F87BA3C-35C6-4C6F-AAAD-78A7FFA474E3}" type="presParOf" srcId="{0325BCF2-05A0-4A3F-B364-8E636979A900}" destId="{4155CE81-3834-4782-AB99-48C04750584C}" srcOrd="2" destOrd="0" presId="urn:microsoft.com/office/officeart/2016/7/layout/LinearBlockProcessNumbered"/>
    <dgm:cxn modelId="{3E4C005B-766B-4313-9617-5E177EB846B2}" type="presParOf" srcId="{D6EE2CF9-3629-4D61-8585-1FA146D33403}" destId="{60D05CD8-6EC2-4E2B-A68E-D662CE0784D1}" srcOrd="1" destOrd="0" presId="urn:microsoft.com/office/officeart/2016/7/layout/LinearBlockProcessNumbered"/>
    <dgm:cxn modelId="{5B108A53-4573-47EF-B8F8-E2C0669D43E2}" type="presParOf" srcId="{D6EE2CF9-3629-4D61-8585-1FA146D33403}" destId="{5766775B-D798-47FD-B218-5B155EE1C88D}" srcOrd="2" destOrd="0" presId="urn:microsoft.com/office/officeart/2016/7/layout/LinearBlockProcessNumbered"/>
    <dgm:cxn modelId="{66C0D0EF-133A-4B55-B9A1-8933B28FE921}" type="presParOf" srcId="{5766775B-D798-47FD-B218-5B155EE1C88D}" destId="{060A43E1-27AE-4202-B0B5-86CCDAC74493}" srcOrd="0" destOrd="0" presId="urn:microsoft.com/office/officeart/2016/7/layout/LinearBlockProcessNumbered"/>
    <dgm:cxn modelId="{AAB50D71-A0E8-4ADE-BEC5-3C750FB7D720}" type="presParOf" srcId="{5766775B-D798-47FD-B218-5B155EE1C88D}" destId="{93307F5F-E310-4756-948A-52808C626F5A}" srcOrd="1" destOrd="0" presId="urn:microsoft.com/office/officeart/2016/7/layout/LinearBlockProcessNumbered"/>
    <dgm:cxn modelId="{37107599-AFB4-4B59-82ED-A838E43DFF60}" type="presParOf" srcId="{5766775B-D798-47FD-B218-5B155EE1C88D}" destId="{F555C136-E221-4F4A-96E6-5D490F5D374A}" srcOrd="2" destOrd="0" presId="urn:microsoft.com/office/officeart/2016/7/layout/LinearBlockProcessNumbered"/>
    <dgm:cxn modelId="{4CA36B93-0158-4BEA-A6B4-3EE5226E5144}" type="presParOf" srcId="{D6EE2CF9-3629-4D61-8585-1FA146D33403}" destId="{F90E0A8B-DC42-42B5-A861-F2FBEE4B9CFC}" srcOrd="3" destOrd="0" presId="urn:microsoft.com/office/officeart/2016/7/layout/LinearBlockProcessNumbered"/>
    <dgm:cxn modelId="{99743096-7688-4EB1-8807-CFE1F832CE9F}" type="presParOf" srcId="{D6EE2CF9-3629-4D61-8585-1FA146D33403}" destId="{1A9419F2-014B-46EF-8328-53F8B925DE86}" srcOrd="4" destOrd="0" presId="urn:microsoft.com/office/officeart/2016/7/layout/LinearBlockProcessNumbered"/>
    <dgm:cxn modelId="{B278DE21-240B-4D50-84CF-2B3E3770FACF}" type="presParOf" srcId="{1A9419F2-014B-46EF-8328-53F8B925DE86}" destId="{35A9A5C7-E42B-4DF3-A39F-38484C861658}" srcOrd="0" destOrd="0" presId="urn:microsoft.com/office/officeart/2016/7/layout/LinearBlockProcessNumbered"/>
    <dgm:cxn modelId="{97FAD765-8CB8-4669-8853-FDE448E3F8C9}" type="presParOf" srcId="{1A9419F2-014B-46EF-8328-53F8B925DE86}" destId="{B4C5606F-D2D3-462E-9A32-5CB3FF279AC8}" srcOrd="1" destOrd="0" presId="urn:microsoft.com/office/officeart/2016/7/layout/LinearBlockProcessNumbered"/>
    <dgm:cxn modelId="{EA227A90-4025-48F3-9A3A-8DCCD3601E14}" type="presParOf" srcId="{1A9419F2-014B-46EF-8328-53F8B925DE86}" destId="{9ABD4405-186A-4065-A4F6-DC569187B346}" srcOrd="2" destOrd="0" presId="urn:microsoft.com/office/officeart/2016/7/layout/LinearBlockProcessNumbered"/>
    <dgm:cxn modelId="{1287CD49-ACBB-45FE-BCF7-83CCA5C024F2}" type="presParOf" srcId="{D6EE2CF9-3629-4D61-8585-1FA146D33403}" destId="{6DDDAF55-846C-4C72-A1AD-3EB99E21C133}" srcOrd="5" destOrd="0" presId="urn:microsoft.com/office/officeart/2016/7/layout/LinearBlockProcessNumbered"/>
    <dgm:cxn modelId="{AA3A62D3-7FEF-47EC-9983-2FD05B95962F}" type="presParOf" srcId="{D6EE2CF9-3629-4D61-8585-1FA146D33403}" destId="{1A858D72-C573-46FE-9C07-1EA843777F72}" srcOrd="6" destOrd="0" presId="urn:microsoft.com/office/officeart/2016/7/layout/LinearBlockProcessNumbered"/>
    <dgm:cxn modelId="{941CE950-AB5A-4C33-82EB-54CF954E9F49}" type="presParOf" srcId="{1A858D72-C573-46FE-9C07-1EA843777F72}" destId="{38AE11BA-1A91-468F-91F0-6561ADBCB92D}" srcOrd="0" destOrd="0" presId="urn:microsoft.com/office/officeart/2016/7/layout/LinearBlockProcessNumbered"/>
    <dgm:cxn modelId="{481A7082-2BCF-46DD-AC9A-4976B43746DB}" type="presParOf" srcId="{1A858D72-C573-46FE-9C07-1EA843777F72}" destId="{747A89E7-2394-4894-85C1-42EE6DE7FDF7}" srcOrd="1" destOrd="0" presId="urn:microsoft.com/office/officeart/2016/7/layout/LinearBlockProcessNumbered"/>
    <dgm:cxn modelId="{9DF9E4D2-297C-4B88-8911-5FB599ABF746}" type="presParOf" srcId="{1A858D72-C573-46FE-9C07-1EA843777F72}" destId="{4EC584B0-83CD-4875-AAA7-CB8393F02F7F}" srcOrd="2" destOrd="0" presId="urn:microsoft.com/office/officeart/2016/7/layout/LinearBlockProcessNumbered"/>
    <dgm:cxn modelId="{28089467-C9E3-4DA3-83A1-F95D67883716}" type="presParOf" srcId="{D6EE2CF9-3629-4D61-8585-1FA146D33403}" destId="{F4939467-8E12-4E25-9CE6-2EC7E902E45A}" srcOrd="7" destOrd="0" presId="urn:microsoft.com/office/officeart/2016/7/layout/LinearBlockProcessNumbered"/>
    <dgm:cxn modelId="{33C641E3-1D3F-4EDE-AD6E-3035ABF4BC76}" type="presParOf" srcId="{D6EE2CF9-3629-4D61-8585-1FA146D33403}" destId="{C28429FD-DEC1-45AE-AB2C-77D457BD2933}" srcOrd="8" destOrd="0" presId="urn:microsoft.com/office/officeart/2016/7/layout/LinearBlockProcessNumbered"/>
    <dgm:cxn modelId="{D6430696-33EA-49EE-9805-4BCF9ED10082}" type="presParOf" srcId="{C28429FD-DEC1-45AE-AB2C-77D457BD2933}" destId="{8B11E1CE-290C-44DD-B02A-677E9250F37C}" srcOrd="0" destOrd="0" presId="urn:microsoft.com/office/officeart/2016/7/layout/LinearBlockProcessNumbered"/>
    <dgm:cxn modelId="{00BA795A-CA39-4922-A547-39726652445B}" type="presParOf" srcId="{C28429FD-DEC1-45AE-AB2C-77D457BD2933}" destId="{1D2E84C4-44B1-466B-9402-A4B374D876D6}" srcOrd="1" destOrd="0" presId="urn:microsoft.com/office/officeart/2016/7/layout/LinearBlockProcessNumbered"/>
    <dgm:cxn modelId="{42ACC52F-156C-4A33-A97D-32400DAE9695}" type="presParOf" srcId="{C28429FD-DEC1-45AE-AB2C-77D457BD2933}" destId="{20AB95E3-E44A-4D36-9AB9-C44F052DBB7B}"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D500D37-F1CC-4174-B766-DAD765987E49}"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EBBE7305-89E4-48F5-94B3-5A8313340AB6}">
      <dgm:prSet/>
      <dgm:spPr/>
      <dgm:t>
        <a:bodyPr/>
        <a:lstStyle/>
        <a:p>
          <a:r>
            <a:rPr lang="en-US"/>
            <a:t>Stores cloud infrastructure files like Bicep, ARM, Terraform, and YAML templates</a:t>
          </a:r>
        </a:p>
      </dgm:t>
    </dgm:pt>
    <dgm:pt modelId="{DC359D2A-4916-4BB5-AAB9-2F880F91BF4D}" type="parTrans" cxnId="{84C2ED14-8AA9-439E-9FB3-DF938AB768AD}">
      <dgm:prSet/>
      <dgm:spPr/>
      <dgm:t>
        <a:bodyPr/>
        <a:lstStyle/>
        <a:p>
          <a:endParaRPr lang="en-US"/>
        </a:p>
      </dgm:t>
    </dgm:pt>
    <dgm:pt modelId="{9944252E-A9FF-4C2A-96DC-61F816B25EF3}" type="sibTrans" cxnId="{84C2ED14-8AA9-439E-9FB3-DF938AB768AD}">
      <dgm:prSet/>
      <dgm:spPr/>
      <dgm:t>
        <a:bodyPr/>
        <a:lstStyle/>
        <a:p>
          <a:endParaRPr lang="en-US"/>
        </a:p>
      </dgm:t>
    </dgm:pt>
    <dgm:pt modelId="{8D094F1B-D876-463C-AB31-44C3F3224FF6}">
      <dgm:prSet/>
      <dgm:spPr/>
      <dgm:t>
        <a:bodyPr/>
        <a:lstStyle/>
        <a:p>
          <a:r>
            <a:rPr lang="en-US"/>
            <a:t>Supports Infrastructure as Code (IaC), making cloud setups easier to reuse</a:t>
          </a:r>
        </a:p>
      </dgm:t>
    </dgm:pt>
    <dgm:pt modelId="{2D9FF625-AE75-4016-9E50-15B4A93D980C}" type="parTrans" cxnId="{6C2A9427-0324-48EA-BCE8-1A41E2B54790}">
      <dgm:prSet/>
      <dgm:spPr/>
      <dgm:t>
        <a:bodyPr/>
        <a:lstStyle/>
        <a:p>
          <a:endParaRPr lang="en-US"/>
        </a:p>
      </dgm:t>
    </dgm:pt>
    <dgm:pt modelId="{578F86A3-AF91-494E-A996-C210B5EEAFE5}" type="sibTrans" cxnId="{6C2A9427-0324-48EA-BCE8-1A41E2B54790}">
      <dgm:prSet/>
      <dgm:spPr/>
      <dgm:t>
        <a:bodyPr/>
        <a:lstStyle/>
        <a:p>
          <a:endParaRPr lang="en-US"/>
        </a:p>
      </dgm:t>
    </dgm:pt>
    <dgm:pt modelId="{F5487549-2956-4028-A82C-8622B185B372}">
      <dgm:prSet/>
      <dgm:spPr/>
      <dgm:t>
        <a:bodyPr/>
        <a:lstStyle/>
        <a:p>
          <a:r>
            <a:rPr lang="en-US"/>
            <a:t>Helps create repeatable deployments for test, development, and production environments</a:t>
          </a:r>
        </a:p>
      </dgm:t>
    </dgm:pt>
    <dgm:pt modelId="{CC0C9F73-DA74-442F-8D5D-ACEC20F628DA}" type="parTrans" cxnId="{32172AF3-1637-46C8-AD41-596C2974DB8B}">
      <dgm:prSet/>
      <dgm:spPr/>
      <dgm:t>
        <a:bodyPr/>
        <a:lstStyle/>
        <a:p>
          <a:endParaRPr lang="en-US"/>
        </a:p>
      </dgm:t>
    </dgm:pt>
    <dgm:pt modelId="{D5E81A03-2F62-4B5D-99CC-401929223295}" type="sibTrans" cxnId="{32172AF3-1637-46C8-AD41-596C2974DB8B}">
      <dgm:prSet/>
      <dgm:spPr/>
      <dgm:t>
        <a:bodyPr/>
        <a:lstStyle/>
        <a:p>
          <a:endParaRPr lang="en-US"/>
        </a:p>
      </dgm:t>
    </dgm:pt>
    <dgm:pt modelId="{695AB304-E51E-4024-935F-2ED7FF7EAB51}">
      <dgm:prSet/>
      <dgm:spPr/>
      <dgm:t>
        <a:bodyPr/>
        <a:lstStyle/>
        <a:p>
          <a:r>
            <a:rPr lang="en-US"/>
            <a:t>Uses GitHub Actions to automate checks, approvals, and cloud deployments</a:t>
          </a:r>
        </a:p>
      </dgm:t>
    </dgm:pt>
    <dgm:pt modelId="{9CBDDB0E-04EA-43AD-BE50-C19AD6CEA576}" type="parTrans" cxnId="{ECF43A5D-A000-42D3-884C-74A0B338E9E8}">
      <dgm:prSet/>
      <dgm:spPr/>
      <dgm:t>
        <a:bodyPr/>
        <a:lstStyle/>
        <a:p>
          <a:endParaRPr lang="en-US"/>
        </a:p>
      </dgm:t>
    </dgm:pt>
    <dgm:pt modelId="{0E4BABB4-1237-41F3-B68E-E7232642828E}" type="sibTrans" cxnId="{ECF43A5D-A000-42D3-884C-74A0B338E9E8}">
      <dgm:prSet/>
      <dgm:spPr/>
      <dgm:t>
        <a:bodyPr/>
        <a:lstStyle/>
        <a:p>
          <a:endParaRPr lang="en-US"/>
        </a:p>
      </dgm:t>
    </dgm:pt>
    <dgm:pt modelId="{3AE62AB7-46D3-4EC6-B348-E314AC97BD80}">
      <dgm:prSet/>
      <dgm:spPr/>
      <dgm:t>
        <a:bodyPr/>
        <a:lstStyle/>
        <a:p>
          <a:r>
            <a:rPr lang="en-US"/>
            <a:t>Keeps documentation, setup steps, and troubleshooting guides in one shared place</a:t>
          </a:r>
        </a:p>
      </dgm:t>
    </dgm:pt>
    <dgm:pt modelId="{CE9DC599-7D23-4922-B5F6-BA6E5DDDCA3A}" type="parTrans" cxnId="{0341848D-3231-4372-970F-E681B8EE6659}">
      <dgm:prSet/>
      <dgm:spPr/>
      <dgm:t>
        <a:bodyPr/>
        <a:lstStyle/>
        <a:p>
          <a:endParaRPr lang="en-US"/>
        </a:p>
      </dgm:t>
    </dgm:pt>
    <dgm:pt modelId="{FA821862-6FAF-4D18-B229-610EF2547764}" type="sibTrans" cxnId="{0341848D-3231-4372-970F-E681B8EE6659}">
      <dgm:prSet/>
      <dgm:spPr/>
      <dgm:t>
        <a:bodyPr/>
        <a:lstStyle/>
        <a:p>
          <a:endParaRPr lang="en-US"/>
        </a:p>
      </dgm:t>
    </dgm:pt>
    <dgm:pt modelId="{3F4EF7CB-91F9-43FE-8703-3849FABD88EE}">
      <dgm:prSet/>
      <dgm:spPr/>
      <dgm:t>
        <a:bodyPr/>
        <a:lstStyle/>
        <a:p>
          <a:r>
            <a:rPr lang="en-US"/>
            <a:t>Controls access so only approved team members can edit or approve changes</a:t>
          </a:r>
        </a:p>
      </dgm:t>
    </dgm:pt>
    <dgm:pt modelId="{5BB9B576-EB4C-4E3E-BAFB-575189A20DC1}" type="parTrans" cxnId="{AD792747-0B3E-4EEF-A258-5FEFA77F6E8F}">
      <dgm:prSet/>
      <dgm:spPr/>
      <dgm:t>
        <a:bodyPr/>
        <a:lstStyle/>
        <a:p>
          <a:endParaRPr lang="en-US"/>
        </a:p>
      </dgm:t>
    </dgm:pt>
    <dgm:pt modelId="{56E615BC-B64F-45B4-BA77-59D29B84DF7C}" type="sibTrans" cxnId="{AD792747-0B3E-4EEF-A258-5FEFA77F6E8F}">
      <dgm:prSet/>
      <dgm:spPr/>
      <dgm:t>
        <a:bodyPr/>
        <a:lstStyle/>
        <a:p>
          <a:endParaRPr lang="en-US"/>
        </a:p>
      </dgm:t>
    </dgm:pt>
    <dgm:pt modelId="{F5CFB033-8D49-464A-88F2-609B5F10DC04}" type="pres">
      <dgm:prSet presAssocID="{ED500D37-F1CC-4174-B766-DAD765987E49}" presName="diagram" presStyleCnt="0">
        <dgm:presLayoutVars>
          <dgm:dir/>
          <dgm:resizeHandles val="exact"/>
        </dgm:presLayoutVars>
      </dgm:prSet>
      <dgm:spPr/>
    </dgm:pt>
    <dgm:pt modelId="{4C753056-EF80-402D-9C3A-06C91DF03D3B}" type="pres">
      <dgm:prSet presAssocID="{EBBE7305-89E4-48F5-94B3-5A8313340AB6}" presName="node" presStyleLbl="node1" presStyleIdx="0" presStyleCnt="6">
        <dgm:presLayoutVars>
          <dgm:bulletEnabled val="1"/>
        </dgm:presLayoutVars>
      </dgm:prSet>
      <dgm:spPr/>
    </dgm:pt>
    <dgm:pt modelId="{F46EA408-CCF1-4CC7-A400-6902F5BAC6BD}" type="pres">
      <dgm:prSet presAssocID="{9944252E-A9FF-4C2A-96DC-61F816B25EF3}" presName="sibTrans" presStyleCnt="0"/>
      <dgm:spPr/>
    </dgm:pt>
    <dgm:pt modelId="{ADEDC2AD-DE86-431A-9519-49A9600AC8FE}" type="pres">
      <dgm:prSet presAssocID="{8D094F1B-D876-463C-AB31-44C3F3224FF6}" presName="node" presStyleLbl="node1" presStyleIdx="1" presStyleCnt="6">
        <dgm:presLayoutVars>
          <dgm:bulletEnabled val="1"/>
        </dgm:presLayoutVars>
      </dgm:prSet>
      <dgm:spPr/>
    </dgm:pt>
    <dgm:pt modelId="{CA3E450D-CB88-4D56-AD72-32F1A54F5221}" type="pres">
      <dgm:prSet presAssocID="{578F86A3-AF91-494E-A996-C210B5EEAFE5}" presName="sibTrans" presStyleCnt="0"/>
      <dgm:spPr/>
    </dgm:pt>
    <dgm:pt modelId="{4B3A684F-97A2-4368-8A4E-5AD0A9577E9A}" type="pres">
      <dgm:prSet presAssocID="{F5487549-2956-4028-A82C-8622B185B372}" presName="node" presStyleLbl="node1" presStyleIdx="2" presStyleCnt="6">
        <dgm:presLayoutVars>
          <dgm:bulletEnabled val="1"/>
        </dgm:presLayoutVars>
      </dgm:prSet>
      <dgm:spPr/>
    </dgm:pt>
    <dgm:pt modelId="{28B6BF1F-6A72-4913-BBEC-08B847F99EFD}" type="pres">
      <dgm:prSet presAssocID="{D5E81A03-2F62-4B5D-99CC-401929223295}" presName="sibTrans" presStyleCnt="0"/>
      <dgm:spPr/>
    </dgm:pt>
    <dgm:pt modelId="{1E34DEC9-8E7E-4A04-9C19-CAA39C65651C}" type="pres">
      <dgm:prSet presAssocID="{695AB304-E51E-4024-935F-2ED7FF7EAB51}" presName="node" presStyleLbl="node1" presStyleIdx="3" presStyleCnt="6">
        <dgm:presLayoutVars>
          <dgm:bulletEnabled val="1"/>
        </dgm:presLayoutVars>
      </dgm:prSet>
      <dgm:spPr/>
    </dgm:pt>
    <dgm:pt modelId="{8BAF446C-E239-4589-8B9D-7FC477BACE75}" type="pres">
      <dgm:prSet presAssocID="{0E4BABB4-1237-41F3-B68E-E7232642828E}" presName="sibTrans" presStyleCnt="0"/>
      <dgm:spPr/>
    </dgm:pt>
    <dgm:pt modelId="{39FF6466-282A-42ED-AAF9-4418A005A527}" type="pres">
      <dgm:prSet presAssocID="{3AE62AB7-46D3-4EC6-B348-E314AC97BD80}" presName="node" presStyleLbl="node1" presStyleIdx="4" presStyleCnt="6">
        <dgm:presLayoutVars>
          <dgm:bulletEnabled val="1"/>
        </dgm:presLayoutVars>
      </dgm:prSet>
      <dgm:spPr/>
    </dgm:pt>
    <dgm:pt modelId="{81D08054-E91E-40A6-95F9-CB363D291963}" type="pres">
      <dgm:prSet presAssocID="{FA821862-6FAF-4D18-B229-610EF2547764}" presName="sibTrans" presStyleCnt="0"/>
      <dgm:spPr/>
    </dgm:pt>
    <dgm:pt modelId="{8C71CB07-371A-4484-BBEB-EFF11403416C}" type="pres">
      <dgm:prSet presAssocID="{3F4EF7CB-91F9-43FE-8703-3849FABD88EE}" presName="node" presStyleLbl="node1" presStyleIdx="5" presStyleCnt="6">
        <dgm:presLayoutVars>
          <dgm:bulletEnabled val="1"/>
        </dgm:presLayoutVars>
      </dgm:prSet>
      <dgm:spPr/>
    </dgm:pt>
  </dgm:ptLst>
  <dgm:cxnLst>
    <dgm:cxn modelId="{8909180E-6538-4A53-BBCD-B200711634E9}" type="presOf" srcId="{F5487549-2956-4028-A82C-8622B185B372}" destId="{4B3A684F-97A2-4368-8A4E-5AD0A9577E9A}" srcOrd="0" destOrd="0" presId="urn:microsoft.com/office/officeart/2005/8/layout/default"/>
    <dgm:cxn modelId="{84C2ED14-8AA9-439E-9FB3-DF938AB768AD}" srcId="{ED500D37-F1CC-4174-B766-DAD765987E49}" destId="{EBBE7305-89E4-48F5-94B3-5A8313340AB6}" srcOrd="0" destOrd="0" parTransId="{DC359D2A-4916-4BB5-AAB9-2F880F91BF4D}" sibTransId="{9944252E-A9FF-4C2A-96DC-61F816B25EF3}"/>
    <dgm:cxn modelId="{6C2A9427-0324-48EA-BCE8-1A41E2B54790}" srcId="{ED500D37-F1CC-4174-B766-DAD765987E49}" destId="{8D094F1B-D876-463C-AB31-44C3F3224FF6}" srcOrd="1" destOrd="0" parTransId="{2D9FF625-AE75-4016-9E50-15B4A93D980C}" sibTransId="{578F86A3-AF91-494E-A996-C210B5EEAFE5}"/>
    <dgm:cxn modelId="{8E01602B-4067-4FA5-AB9D-F78E3CA7826D}" type="presOf" srcId="{3AE62AB7-46D3-4EC6-B348-E314AC97BD80}" destId="{39FF6466-282A-42ED-AAF9-4418A005A527}" srcOrd="0" destOrd="0" presId="urn:microsoft.com/office/officeart/2005/8/layout/default"/>
    <dgm:cxn modelId="{ECF43A5D-A000-42D3-884C-74A0B338E9E8}" srcId="{ED500D37-F1CC-4174-B766-DAD765987E49}" destId="{695AB304-E51E-4024-935F-2ED7FF7EAB51}" srcOrd="3" destOrd="0" parTransId="{9CBDDB0E-04EA-43AD-BE50-C19AD6CEA576}" sibTransId="{0E4BABB4-1237-41F3-B68E-E7232642828E}"/>
    <dgm:cxn modelId="{AD792747-0B3E-4EEF-A258-5FEFA77F6E8F}" srcId="{ED500D37-F1CC-4174-B766-DAD765987E49}" destId="{3F4EF7CB-91F9-43FE-8703-3849FABD88EE}" srcOrd="5" destOrd="0" parTransId="{5BB9B576-EB4C-4E3E-BAFB-575189A20DC1}" sibTransId="{56E615BC-B64F-45B4-BA77-59D29B84DF7C}"/>
    <dgm:cxn modelId="{82B0DD58-DD1D-41FD-99FF-1B24A5CCA123}" type="presOf" srcId="{ED500D37-F1CC-4174-B766-DAD765987E49}" destId="{F5CFB033-8D49-464A-88F2-609B5F10DC04}" srcOrd="0" destOrd="0" presId="urn:microsoft.com/office/officeart/2005/8/layout/default"/>
    <dgm:cxn modelId="{0341848D-3231-4372-970F-E681B8EE6659}" srcId="{ED500D37-F1CC-4174-B766-DAD765987E49}" destId="{3AE62AB7-46D3-4EC6-B348-E314AC97BD80}" srcOrd="4" destOrd="0" parTransId="{CE9DC599-7D23-4922-B5F6-BA6E5DDDCA3A}" sibTransId="{FA821862-6FAF-4D18-B229-610EF2547764}"/>
    <dgm:cxn modelId="{F0D619A9-F86E-4EBA-915F-9A717DDCCD16}" type="presOf" srcId="{3F4EF7CB-91F9-43FE-8703-3849FABD88EE}" destId="{8C71CB07-371A-4484-BBEB-EFF11403416C}" srcOrd="0" destOrd="0" presId="urn:microsoft.com/office/officeart/2005/8/layout/default"/>
    <dgm:cxn modelId="{63BE7FB2-9FEB-4160-86C2-8B56D4979230}" type="presOf" srcId="{8D094F1B-D876-463C-AB31-44C3F3224FF6}" destId="{ADEDC2AD-DE86-431A-9519-49A9600AC8FE}" srcOrd="0" destOrd="0" presId="urn:microsoft.com/office/officeart/2005/8/layout/default"/>
    <dgm:cxn modelId="{038DC6D5-ACDE-42DD-92B5-23E5C30AC2BA}" type="presOf" srcId="{EBBE7305-89E4-48F5-94B3-5A8313340AB6}" destId="{4C753056-EF80-402D-9C3A-06C91DF03D3B}" srcOrd="0" destOrd="0" presId="urn:microsoft.com/office/officeart/2005/8/layout/default"/>
    <dgm:cxn modelId="{23750EDA-478D-4E8A-8B0B-A7EEEA1768BB}" type="presOf" srcId="{695AB304-E51E-4024-935F-2ED7FF7EAB51}" destId="{1E34DEC9-8E7E-4A04-9C19-CAA39C65651C}" srcOrd="0" destOrd="0" presId="urn:microsoft.com/office/officeart/2005/8/layout/default"/>
    <dgm:cxn modelId="{32172AF3-1637-46C8-AD41-596C2974DB8B}" srcId="{ED500D37-F1CC-4174-B766-DAD765987E49}" destId="{F5487549-2956-4028-A82C-8622B185B372}" srcOrd="2" destOrd="0" parTransId="{CC0C9F73-DA74-442F-8D5D-ACEC20F628DA}" sibTransId="{D5E81A03-2F62-4B5D-99CC-401929223295}"/>
    <dgm:cxn modelId="{61F9AA3F-C1BF-4953-B155-CD1AD0D87DDD}" type="presParOf" srcId="{F5CFB033-8D49-464A-88F2-609B5F10DC04}" destId="{4C753056-EF80-402D-9C3A-06C91DF03D3B}" srcOrd="0" destOrd="0" presId="urn:microsoft.com/office/officeart/2005/8/layout/default"/>
    <dgm:cxn modelId="{290F04A5-85CE-49FD-969B-2C5A99D5B9BD}" type="presParOf" srcId="{F5CFB033-8D49-464A-88F2-609B5F10DC04}" destId="{F46EA408-CCF1-4CC7-A400-6902F5BAC6BD}" srcOrd="1" destOrd="0" presId="urn:microsoft.com/office/officeart/2005/8/layout/default"/>
    <dgm:cxn modelId="{0A1039C8-12E1-45D0-8B36-2D105758A436}" type="presParOf" srcId="{F5CFB033-8D49-464A-88F2-609B5F10DC04}" destId="{ADEDC2AD-DE86-431A-9519-49A9600AC8FE}" srcOrd="2" destOrd="0" presId="urn:microsoft.com/office/officeart/2005/8/layout/default"/>
    <dgm:cxn modelId="{6BE96674-40B6-456D-AC9B-C738EAC17630}" type="presParOf" srcId="{F5CFB033-8D49-464A-88F2-609B5F10DC04}" destId="{CA3E450D-CB88-4D56-AD72-32F1A54F5221}" srcOrd="3" destOrd="0" presId="urn:microsoft.com/office/officeart/2005/8/layout/default"/>
    <dgm:cxn modelId="{F26DA809-5046-4BCB-8B49-D9D24512EC58}" type="presParOf" srcId="{F5CFB033-8D49-464A-88F2-609B5F10DC04}" destId="{4B3A684F-97A2-4368-8A4E-5AD0A9577E9A}" srcOrd="4" destOrd="0" presId="urn:microsoft.com/office/officeart/2005/8/layout/default"/>
    <dgm:cxn modelId="{C2FC65E6-F8D1-4C3B-942D-D93911C5E3A4}" type="presParOf" srcId="{F5CFB033-8D49-464A-88F2-609B5F10DC04}" destId="{28B6BF1F-6A72-4913-BBEC-08B847F99EFD}" srcOrd="5" destOrd="0" presId="urn:microsoft.com/office/officeart/2005/8/layout/default"/>
    <dgm:cxn modelId="{3AC5F914-4504-44ED-A2CE-7436341FDE52}" type="presParOf" srcId="{F5CFB033-8D49-464A-88F2-609B5F10DC04}" destId="{1E34DEC9-8E7E-4A04-9C19-CAA39C65651C}" srcOrd="6" destOrd="0" presId="urn:microsoft.com/office/officeart/2005/8/layout/default"/>
    <dgm:cxn modelId="{C99B1DD4-38E5-4B4F-B85A-43111968286A}" type="presParOf" srcId="{F5CFB033-8D49-464A-88F2-609B5F10DC04}" destId="{8BAF446C-E239-4589-8B9D-7FC477BACE75}" srcOrd="7" destOrd="0" presId="urn:microsoft.com/office/officeart/2005/8/layout/default"/>
    <dgm:cxn modelId="{BB81B030-7A96-4911-A14A-37D12DEEBD05}" type="presParOf" srcId="{F5CFB033-8D49-464A-88F2-609B5F10DC04}" destId="{39FF6466-282A-42ED-AAF9-4418A005A527}" srcOrd="8" destOrd="0" presId="urn:microsoft.com/office/officeart/2005/8/layout/default"/>
    <dgm:cxn modelId="{E2D928FD-438C-4C12-ADEF-EC8C44A686C5}" type="presParOf" srcId="{F5CFB033-8D49-464A-88F2-609B5F10DC04}" destId="{81D08054-E91E-40A6-95F9-CB363D291963}" srcOrd="9" destOrd="0" presId="urn:microsoft.com/office/officeart/2005/8/layout/default"/>
    <dgm:cxn modelId="{767CD6B4-458C-4BC0-9F8B-D1C439D2523A}" type="presParOf" srcId="{F5CFB033-8D49-464A-88F2-609B5F10DC04}" destId="{8C71CB07-371A-4484-BBEB-EFF11403416C}"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B25545-1AB4-4390-A833-38AC56CE1C7A}">
      <dsp:nvSpPr>
        <dsp:cNvPr id="0" name=""/>
        <dsp:cNvSpPr/>
      </dsp:nvSpPr>
      <dsp:spPr>
        <a:xfrm>
          <a:off x="810464" y="969372"/>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40023E1-25F0-4FF9-A85E-30E93C2D89F2}">
      <dsp:nvSpPr>
        <dsp:cNvPr id="0" name=""/>
        <dsp:cNvSpPr/>
      </dsp:nvSpPr>
      <dsp:spPr>
        <a:xfrm>
          <a:off x="315464" y="204949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Cloud administrators can manage infrastructure templates</a:t>
          </a:r>
        </a:p>
      </dsp:txBody>
      <dsp:txXfrm>
        <a:off x="315464" y="2049490"/>
        <a:ext cx="1800000" cy="720000"/>
      </dsp:txXfrm>
    </dsp:sp>
    <dsp:sp modelId="{771F745E-1FC2-4B55-A86E-4462AC24D701}">
      <dsp:nvSpPr>
        <dsp:cNvPr id="0" name=""/>
        <dsp:cNvSpPr/>
      </dsp:nvSpPr>
      <dsp:spPr>
        <a:xfrm>
          <a:off x="2925464" y="969372"/>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E112AB-7B73-4BA9-B91E-F38FB4710A7C}">
      <dsp:nvSpPr>
        <dsp:cNvPr id="0" name=""/>
        <dsp:cNvSpPr/>
      </dsp:nvSpPr>
      <dsp:spPr>
        <a:xfrm>
          <a:off x="2430464" y="204949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IT teams can maintain documentation</a:t>
          </a:r>
        </a:p>
      </dsp:txBody>
      <dsp:txXfrm>
        <a:off x="2430464" y="2049490"/>
        <a:ext cx="1800000" cy="720000"/>
      </dsp:txXfrm>
    </dsp:sp>
    <dsp:sp modelId="{E6510DD1-3231-43A1-9A4D-C2EF9F2D323B}">
      <dsp:nvSpPr>
        <dsp:cNvPr id="0" name=""/>
        <dsp:cNvSpPr/>
      </dsp:nvSpPr>
      <dsp:spPr>
        <a:xfrm>
          <a:off x="5040464" y="969372"/>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9FAA4CE-40FB-4D4C-93E6-692E4D6B5FEF}">
      <dsp:nvSpPr>
        <dsp:cNvPr id="0" name=""/>
        <dsp:cNvSpPr/>
      </dsp:nvSpPr>
      <dsp:spPr>
        <a:xfrm>
          <a:off x="4545464" y="204949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Security teams can track policies</a:t>
          </a:r>
        </a:p>
      </dsp:txBody>
      <dsp:txXfrm>
        <a:off x="4545464" y="2049490"/>
        <a:ext cx="1800000" cy="720000"/>
      </dsp:txXfrm>
    </dsp:sp>
    <dsp:sp modelId="{A64DED3B-093A-403B-918B-159C5CB40FBE}">
      <dsp:nvSpPr>
        <dsp:cNvPr id="0" name=""/>
        <dsp:cNvSpPr/>
      </dsp:nvSpPr>
      <dsp:spPr>
        <a:xfrm>
          <a:off x="7155464" y="969372"/>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C22DBC5-3959-45D1-8721-AD99257732FC}">
      <dsp:nvSpPr>
        <dsp:cNvPr id="0" name=""/>
        <dsp:cNvSpPr/>
      </dsp:nvSpPr>
      <dsp:spPr>
        <a:xfrm>
          <a:off x="6660464" y="204949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Project managers can monitor progress</a:t>
          </a:r>
        </a:p>
      </dsp:txBody>
      <dsp:txXfrm>
        <a:off x="6660464" y="2049490"/>
        <a:ext cx="1800000" cy="720000"/>
      </dsp:txXfrm>
    </dsp:sp>
    <dsp:sp modelId="{68ADDCF3-3942-4C11-A97F-579F82470E08}">
      <dsp:nvSpPr>
        <dsp:cNvPr id="0" name=""/>
        <dsp:cNvSpPr/>
      </dsp:nvSpPr>
      <dsp:spPr>
        <a:xfrm>
          <a:off x="9270464" y="969372"/>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30F09CA-A14E-4B78-AAC1-CAB016A4F405}">
      <dsp:nvSpPr>
        <dsp:cNvPr id="0" name=""/>
        <dsp:cNvSpPr/>
      </dsp:nvSpPr>
      <dsp:spPr>
        <a:xfrm>
          <a:off x="8775464" y="204949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Students can build technical portfolios</a:t>
          </a:r>
        </a:p>
      </dsp:txBody>
      <dsp:txXfrm>
        <a:off x="8775464" y="2049490"/>
        <a:ext cx="180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B702FD-48C5-4F6F-BEC2-F3EFBC72390A}">
      <dsp:nvSpPr>
        <dsp:cNvPr id="0" name=""/>
        <dsp:cNvSpPr/>
      </dsp:nvSpPr>
      <dsp:spPr>
        <a:xfrm>
          <a:off x="6610" y="378047"/>
          <a:ext cx="2066302" cy="2479562"/>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4105" tIns="0" rIns="204105" bIns="330200" numCol="1" spcCol="1270" anchor="t" anchorCtr="0">
          <a:noAutofit/>
        </a:bodyPr>
        <a:lstStyle/>
        <a:p>
          <a:pPr marL="0" lvl="0" indent="0" algn="l" defTabSz="844550">
            <a:lnSpc>
              <a:spcPct val="90000"/>
            </a:lnSpc>
            <a:spcBef>
              <a:spcPct val="0"/>
            </a:spcBef>
            <a:spcAft>
              <a:spcPct val="35000"/>
            </a:spcAft>
            <a:buNone/>
          </a:pPr>
          <a:r>
            <a:rPr lang="en-US" sz="1900" kern="1200"/>
            <a:t>Team creates an Azure infrastructure template</a:t>
          </a:r>
        </a:p>
      </dsp:txBody>
      <dsp:txXfrm>
        <a:off x="6610" y="1369872"/>
        <a:ext cx="2066302" cy="1487737"/>
      </dsp:txXfrm>
    </dsp:sp>
    <dsp:sp modelId="{D4418C8D-D17B-4296-BDAC-E71176066A39}">
      <dsp:nvSpPr>
        <dsp:cNvPr id="0" name=""/>
        <dsp:cNvSpPr/>
      </dsp:nvSpPr>
      <dsp:spPr>
        <a:xfrm>
          <a:off x="6610" y="378047"/>
          <a:ext cx="2066302" cy="99182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4105" tIns="165100" rIns="204105" bIns="165100" numCol="1" spcCol="1270" anchor="ctr" anchorCtr="0">
          <a:noAutofit/>
        </a:bodyPr>
        <a:lstStyle/>
        <a:p>
          <a:pPr marL="0" lvl="0" indent="0" algn="l" defTabSz="2133600">
            <a:lnSpc>
              <a:spcPct val="90000"/>
            </a:lnSpc>
            <a:spcBef>
              <a:spcPct val="0"/>
            </a:spcBef>
            <a:spcAft>
              <a:spcPct val="35000"/>
            </a:spcAft>
            <a:buNone/>
          </a:pPr>
          <a:r>
            <a:rPr lang="en-US" sz="4800" kern="1200"/>
            <a:t>01</a:t>
          </a:r>
        </a:p>
      </dsp:txBody>
      <dsp:txXfrm>
        <a:off x="6610" y="378047"/>
        <a:ext cx="2066302" cy="991825"/>
      </dsp:txXfrm>
    </dsp:sp>
    <dsp:sp modelId="{B62940A7-8856-4E04-AF92-E0F18B4D5F46}">
      <dsp:nvSpPr>
        <dsp:cNvPr id="0" name=""/>
        <dsp:cNvSpPr/>
      </dsp:nvSpPr>
      <dsp:spPr>
        <a:xfrm>
          <a:off x="2238216" y="378047"/>
          <a:ext cx="2066302" cy="2479562"/>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4105" tIns="0" rIns="204105" bIns="330200" numCol="1" spcCol="1270" anchor="t" anchorCtr="0">
          <a:noAutofit/>
        </a:bodyPr>
        <a:lstStyle/>
        <a:p>
          <a:pPr marL="0" lvl="0" indent="0" algn="l" defTabSz="844550">
            <a:lnSpc>
              <a:spcPct val="90000"/>
            </a:lnSpc>
            <a:spcBef>
              <a:spcPct val="0"/>
            </a:spcBef>
            <a:spcAft>
              <a:spcPct val="35000"/>
            </a:spcAft>
            <a:buNone/>
          </a:pPr>
          <a:r>
            <a:rPr lang="en-US" sz="1900" kern="1200"/>
            <a:t>One person works on networking</a:t>
          </a:r>
        </a:p>
      </dsp:txBody>
      <dsp:txXfrm>
        <a:off x="2238216" y="1369872"/>
        <a:ext cx="2066302" cy="1487737"/>
      </dsp:txXfrm>
    </dsp:sp>
    <dsp:sp modelId="{E8B8DB0B-AFB1-4DB5-B93A-3D2B74453FFB}">
      <dsp:nvSpPr>
        <dsp:cNvPr id="0" name=""/>
        <dsp:cNvSpPr/>
      </dsp:nvSpPr>
      <dsp:spPr>
        <a:xfrm>
          <a:off x="2238216" y="378047"/>
          <a:ext cx="2066302" cy="99182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4105" tIns="165100" rIns="204105" bIns="165100" numCol="1" spcCol="1270" anchor="ctr" anchorCtr="0">
          <a:noAutofit/>
        </a:bodyPr>
        <a:lstStyle/>
        <a:p>
          <a:pPr marL="0" lvl="0" indent="0" algn="l" defTabSz="2133600">
            <a:lnSpc>
              <a:spcPct val="90000"/>
            </a:lnSpc>
            <a:spcBef>
              <a:spcPct val="0"/>
            </a:spcBef>
            <a:spcAft>
              <a:spcPct val="35000"/>
            </a:spcAft>
            <a:buNone/>
          </a:pPr>
          <a:r>
            <a:rPr lang="en-US" sz="4800" kern="1200"/>
            <a:t>02</a:t>
          </a:r>
        </a:p>
      </dsp:txBody>
      <dsp:txXfrm>
        <a:off x="2238216" y="378047"/>
        <a:ext cx="2066302" cy="991825"/>
      </dsp:txXfrm>
    </dsp:sp>
    <dsp:sp modelId="{71E56AA1-AC5F-4455-A854-B024C1B411B3}">
      <dsp:nvSpPr>
        <dsp:cNvPr id="0" name=""/>
        <dsp:cNvSpPr/>
      </dsp:nvSpPr>
      <dsp:spPr>
        <a:xfrm>
          <a:off x="4469822" y="378047"/>
          <a:ext cx="2066302" cy="2479562"/>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4105" tIns="0" rIns="204105" bIns="330200" numCol="1" spcCol="1270" anchor="t" anchorCtr="0">
          <a:noAutofit/>
        </a:bodyPr>
        <a:lstStyle/>
        <a:p>
          <a:pPr marL="0" lvl="0" indent="0" algn="l" defTabSz="844550">
            <a:lnSpc>
              <a:spcPct val="90000"/>
            </a:lnSpc>
            <a:spcBef>
              <a:spcPct val="0"/>
            </a:spcBef>
            <a:spcAft>
              <a:spcPct val="35000"/>
            </a:spcAft>
            <a:buNone/>
          </a:pPr>
          <a:r>
            <a:rPr lang="en-US" sz="1900" kern="1200"/>
            <a:t>Another works on storage</a:t>
          </a:r>
        </a:p>
      </dsp:txBody>
      <dsp:txXfrm>
        <a:off x="4469822" y="1369872"/>
        <a:ext cx="2066302" cy="1487737"/>
      </dsp:txXfrm>
    </dsp:sp>
    <dsp:sp modelId="{90E0ED3D-2BA8-4965-88DB-962A8939E566}">
      <dsp:nvSpPr>
        <dsp:cNvPr id="0" name=""/>
        <dsp:cNvSpPr/>
      </dsp:nvSpPr>
      <dsp:spPr>
        <a:xfrm>
          <a:off x="4469822" y="378047"/>
          <a:ext cx="2066302" cy="99182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4105" tIns="165100" rIns="204105" bIns="165100" numCol="1" spcCol="1270" anchor="ctr" anchorCtr="0">
          <a:noAutofit/>
        </a:bodyPr>
        <a:lstStyle/>
        <a:p>
          <a:pPr marL="0" lvl="0" indent="0" algn="l" defTabSz="2133600">
            <a:lnSpc>
              <a:spcPct val="90000"/>
            </a:lnSpc>
            <a:spcBef>
              <a:spcPct val="0"/>
            </a:spcBef>
            <a:spcAft>
              <a:spcPct val="35000"/>
            </a:spcAft>
            <a:buNone/>
          </a:pPr>
          <a:r>
            <a:rPr lang="en-US" sz="4800" kern="1200"/>
            <a:t>03</a:t>
          </a:r>
        </a:p>
      </dsp:txBody>
      <dsp:txXfrm>
        <a:off x="4469822" y="378047"/>
        <a:ext cx="2066302" cy="991825"/>
      </dsp:txXfrm>
    </dsp:sp>
    <dsp:sp modelId="{3DA82C3C-5A6E-4605-A0F9-C17598339A59}">
      <dsp:nvSpPr>
        <dsp:cNvPr id="0" name=""/>
        <dsp:cNvSpPr/>
      </dsp:nvSpPr>
      <dsp:spPr>
        <a:xfrm>
          <a:off x="6701429" y="378047"/>
          <a:ext cx="2066302" cy="247956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4105" tIns="0" rIns="204105" bIns="330200" numCol="1" spcCol="1270" anchor="t" anchorCtr="0">
          <a:noAutofit/>
        </a:bodyPr>
        <a:lstStyle/>
        <a:p>
          <a:pPr marL="0" lvl="0" indent="0" algn="l" defTabSz="844550">
            <a:lnSpc>
              <a:spcPct val="90000"/>
            </a:lnSpc>
            <a:spcBef>
              <a:spcPct val="0"/>
            </a:spcBef>
            <a:spcAft>
              <a:spcPct val="35000"/>
            </a:spcAft>
            <a:buNone/>
          </a:pPr>
          <a:r>
            <a:rPr lang="en-US" sz="1900" kern="1200"/>
            <a:t>And another writes documentation</a:t>
          </a:r>
        </a:p>
      </dsp:txBody>
      <dsp:txXfrm>
        <a:off x="6701429" y="1369872"/>
        <a:ext cx="2066302" cy="1487737"/>
      </dsp:txXfrm>
    </dsp:sp>
    <dsp:sp modelId="{E6ECEE9E-B7EE-4099-9B9C-472D141D7619}">
      <dsp:nvSpPr>
        <dsp:cNvPr id="0" name=""/>
        <dsp:cNvSpPr/>
      </dsp:nvSpPr>
      <dsp:spPr>
        <a:xfrm>
          <a:off x="6701429" y="378047"/>
          <a:ext cx="2066302" cy="99182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4105" tIns="165100" rIns="204105" bIns="165100" numCol="1" spcCol="1270" anchor="ctr" anchorCtr="0">
          <a:noAutofit/>
        </a:bodyPr>
        <a:lstStyle/>
        <a:p>
          <a:pPr marL="0" lvl="0" indent="0" algn="l" defTabSz="2133600">
            <a:lnSpc>
              <a:spcPct val="90000"/>
            </a:lnSpc>
            <a:spcBef>
              <a:spcPct val="0"/>
            </a:spcBef>
            <a:spcAft>
              <a:spcPct val="35000"/>
            </a:spcAft>
            <a:buNone/>
          </a:pPr>
          <a:r>
            <a:rPr lang="en-US" sz="4800" kern="1200"/>
            <a:t>04</a:t>
          </a:r>
        </a:p>
      </dsp:txBody>
      <dsp:txXfrm>
        <a:off x="6701429" y="378047"/>
        <a:ext cx="2066302" cy="991825"/>
      </dsp:txXfrm>
    </dsp:sp>
    <dsp:sp modelId="{CEB68A6D-0C7D-4A49-B309-C667A52E061F}">
      <dsp:nvSpPr>
        <dsp:cNvPr id="0" name=""/>
        <dsp:cNvSpPr/>
      </dsp:nvSpPr>
      <dsp:spPr>
        <a:xfrm>
          <a:off x="8933035" y="378047"/>
          <a:ext cx="2066302" cy="2479562"/>
        </a:xfrm>
        <a:prstGeom prst="rect">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4105" tIns="0" rIns="204105" bIns="330200" numCol="1" spcCol="1270" anchor="t" anchorCtr="0">
          <a:noAutofit/>
        </a:bodyPr>
        <a:lstStyle/>
        <a:p>
          <a:pPr marL="0" lvl="0" indent="0" algn="l" defTabSz="844550">
            <a:lnSpc>
              <a:spcPct val="90000"/>
            </a:lnSpc>
            <a:spcBef>
              <a:spcPct val="0"/>
            </a:spcBef>
            <a:spcAft>
              <a:spcPct val="35000"/>
            </a:spcAft>
            <a:buNone/>
          </a:pPr>
          <a:r>
            <a:rPr lang="en-US" sz="1900" kern="1200"/>
            <a:t>The group reviews the changes before merging</a:t>
          </a:r>
        </a:p>
      </dsp:txBody>
      <dsp:txXfrm>
        <a:off x="8933035" y="1369872"/>
        <a:ext cx="2066302" cy="1487737"/>
      </dsp:txXfrm>
    </dsp:sp>
    <dsp:sp modelId="{40DCABEF-8A59-468B-8287-37AFF687AF97}">
      <dsp:nvSpPr>
        <dsp:cNvPr id="0" name=""/>
        <dsp:cNvSpPr/>
      </dsp:nvSpPr>
      <dsp:spPr>
        <a:xfrm>
          <a:off x="8933035" y="378047"/>
          <a:ext cx="2066302" cy="99182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4105" tIns="165100" rIns="204105" bIns="165100" numCol="1" spcCol="1270" anchor="ctr" anchorCtr="0">
          <a:noAutofit/>
        </a:bodyPr>
        <a:lstStyle/>
        <a:p>
          <a:pPr marL="0" lvl="0" indent="0" algn="l" defTabSz="2133600">
            <a:lnSpc>
              <a:spcPct val="90000"/>
            </a:lnSpc>
            <a:spcBef>
              <a:spcPct val="0"/>
            </a:spcBef>
            <a:spcAft>
              <a:spcPct val="35000"/>
            </a:spcAft>
            <a:buNone/>
          </a:pPr>
          <a:r>
            <a:rPr lang="en-US" sz="4800" kern="1200"/>
            <a:t>05</a:t>
          </a:r>
        </a:p>
      </dsp:txBody>
      <dsp:txXfrm>
        <a:off x="8933035" y="378047"/>
        <a:ext cx="2066302" cy="99182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D97F74-2AED-4743-9A0A-DC708BF419D8}">
      <dsp:nvSpPr>
        <dsp:cNvPr id="0" name=""/>
        <dsp:cNvSpPr/>
      </dsp:nvSpPr>
      <dsp:spPr>
        <a:xfrm>
          <a:off x="6540" y="642609"/>
          <a:ext cx="2044708" cy="2453649"/>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972" tIns="0" rIns="201972" bIns="330200" numCol="1" spcCol="1270" anchor="t" anchorCtr="0">
          <a:noAutofit/>
        </a:bodyPr>
        <a:lstStyle/>
        <a:p>
          <a:pPr marL="0" lvl="0" indent="0" algn="l" defTabSz="844550">
            <a:lnSpc>
              <a:spcPct val="90000"/>
            </a:lnSpc>
            <a:spcBef>
              <a:spcPct val="0"/>
            </a:spcBef>
            <a:spcAft>
              <a:spcPct val="35000"/>
            </a:spcAft>
            <a:buNone/>
          </a:pPr>
          <a:r>
            <a:rPr lang="en-US" sz="1900" kern="1200"/>
            <a:t>Team creates a shared IT documentation repository</a:t>
          </a:r>
        </a:p>
      </dsp:txBody>
      <dsp:txXfrm>
        <a:off x="6540" y="1624069"/>
        <a:ext cx="2044708" cy="1472189"/>
      </dsp:txXfrm>
    </dsp:sp>
    <dsp:sp modelId="{5610DD1D-8386-4995-8011-5A644448A24C}">
      <dsp:nvSpPr>
        <dsp:cNvPr id="0" name=""/>
        <dsp:cNvSpPr/>
      </dsp:nvSpPr>
      <dsp:spPr>
        <a:xfrm>
          <a:off x="6540" y="642609"/>
          <a:ext cx="2044708" cy="98145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1972" tIns="165100" rIns="201972" bIns="165100" numCol="1" spcCol="1270" anchor="ctr" anchorCtr="0">
          <a:noAutofit/>
        </a:bodyPr>
        <a:lstStyle/>
        <a:p>
          <a:pPr marL="0" lvl="0" indent="0" algn="l" defTabSz="2089150">
            <a:lnSpc>
              <a:spcPct val="90000"/>
            </a:lnSpc>
            <a:spcBef>
              <a:spcPct val="0"/>
            </a:spcBef>
            <a:spcAft>
              <a:spcPct val="35000"/>
            </a:spcAft>
            <a:buNone/>
          </a:pPr>
          <a:r>
            <a:rPr lang="en-US" sz="4700" kern="1200"/>
            <a:t>01</a:t>
          </a:r>
        </a:p>
      </dsp:txBody>
      <dsp:txXfrm>
        <a:off x="6540" y="642609"/>
        <a:ext cx="2044708" cy="981459"/>
      </dsp:txXfrm>
    </dsp:sp>
    <dsp:sp modelId="{060A43E1-27AE-4202-B0B5-86CCDAC74493}">
      <dsp:nvSpPr>
        <dsp:cNvPr id="0" name=""/>
        <dsp:cNvSpPr/>
      </dsp:nvSpPr>
      <dsp:spPr>
        <a:xfrm>
          <a:off x="2214825" y="642609"/>
          <a:ext cx="2044708" cy="2453649"/>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972" tIns="0" rIns="201972" bIns="330200" numCol="1" spcCol="1270" anchor="t" anchorCtr="0">
          <a:noAutofit/>
        </a:bodyPr>
        <a:lstStyle/>
        <a:p>
          <a:pPr marL="0" lvl="0" indent="0" algn="l" defTabSz="844550">
            <a:lnSpc>
              <a:spcPct val="90000"/>
            </a:lnSpc>
            <a:spcBef>
              <a:spcPct val="0"/>
            </a:spcBef>
            <a:spcAft>
              <a:spcPct val="35000"/>
            </a:spcAft>
            <a:buNone/>
          </a:pPr>
          <a:r>
            <a:rPr lang="en-US" sz="1900" kern="1200"/>
            <a:t>One person writes troubleshooting steps</a:t>
          </a:r>
        </a:p>
      </dsp:txBody>
      <dsp:txXfrm>
        <a:off x="2214825" y="1624069"/>
        <a:ext cx="2044708" cy="1472189"/>
      </dsp:txXfrm>
    </dsp:sp>
    <dsp:sp modelId="{93307F5F-E310-4756-948A-52808C626F5A}">
      <dsp:nvSpPr>
        <dsp:cNvPr id="0" name=""/>
        <dsp:cNvSpPr/>
      </dsp:nvSpPr>
      <dsp:spPr>
        <a:xfrm>
          <a:off x="2214825" y="642609"/>
          <a:ext cx="2044708" cy="98145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1972" tIns="165100" rIns="201972" bIns="165100" numCol="1" spcCol="1270" anchor="ctr" anchorCtr="0">
          <a:noAutofit/>
        </a:bodyPr>
        <a:lstStyle/>
        <a:p>
          <a:pPr marL="0" lvl="0" indent="0" algn="l" defTabSz="2089150">
            <a:lnSpc>
              <a:spcPct val="90000"/>
            </a:lnSpc>
            <a:spcBef>
              <a:spcPct val="0"/>
            </a:spcBef>
            <a:spcAft>
              <a:spcPct val="35000"/>
            </a:spcAft>
            <a:buNone/>
          </a:pPr>
          <a:r>
            <a:rPr lang="en-US" sz="4700" kern="1200"/>
            <a:t>02</a:t>
          </a:r>
        </a:p>
      </dsp:txBody>
      <dsp:txXfrm>
        <a:off x="2214825" y="642609"/>
        <a:ext cx="2044708" cy="981459"/>
      </dsp:txXfrm>
    </dsp:sp>
    <dsp:sp modelId="{35A9A5C7-E42B-4DF3-A39F-38484C861658}">
      <dsp:nvSpPr>
        <dsp:cNvPr id="0" name=""/>
        <dsp:cNvSpPr/>
      </dsp:nvSpPr>
      <dsp:spPr>
        <a:xfrm>
          <a:off x="4423110" y="642609"/>
          <a:ext cx="2044708" cy="2453649"/>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972" tIns="0" rIns="201972" bIns="330200" numCol="1" spcCol="1270" anchor="t" anchorCtr="0">
          <a:noAutofit/>
        </a:bodyPr>
        <a:lstStyle/>
        <a:p>
          <a:pPr marL="0" lvl="0" indent="0" algn="l" defTabSz="844550">
            <a:lnSpc>
              <a:spcPct val="90000"/>
            </a:lnSpc>
            <a:spcBef>
              <a:spcPct val="0"/>
            </a:spcBef>
            <a:spcAft>
              <a:spcPct val="35000"/>
            </a:spcAft>
            <a:buNone/>
          </a:pPr>
          <a:r>
            <a:rPr lang="en-US" sz="1900" kern="1200"/>
            <a:t>Another updates cloud setup instructions</a:t>
          </a:r>
        </a:p>
      </dsp:txBody>
      <dsp:txXfrm>
        <a:off x="4423110" y="1624069"/>
        <a:ext cx="2044708" cy="1472189"/>
      </dsp:txXfrm>
    </dsp:sp>
    <dsp:sp modelId="{B4C5606F-D2D3-462E-9A32-5CB3FF279AC8}">
      <dsp:nvSpPr>
        <dsp:cNvPr id="0" name=""/>
        <dsp:cNvSpPr/>
      </dsp:nvSpPr>
      <dsp:spPr>
        <a:xfrm>
          <a:off x="4423110" y="642609"/>
          <a:ext cx="2044708" cy="98145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1972" tIns="165100" rIns="201972" bIns="165100" numCol="1" spcCol="1270" anchor="ctr" anchorCtr="0">
          <a:noAutofit/>
        </a:bodyPr>
        <a:lstStyle/>
        <a:p>
          <a:pPr marL="0" lvl="0" indent="0" algn="l" defTabSz="2089150">
            <a:lnSpc>
              <a:spcPct val="90000"/>
            </a:lnSpc>
            <a:spcBef>
              <a:spcPct val="0"/>
            </a:spcBef>
            <a:spcAft>
              <a:spcPct val="35000"/>
            </a:spcAft>
            <a:buNone/>
          </a:pPr>
          <a:r>
            <a:rPr lang="en-US" sz="4700" kern="1200"/>
            <a:t>03</a:t>
          </a:r>
        </a:p>
      </dsp:txBody>
      <dsp:txXfrm>
        <a:off x="4423110" y="642609"/>
        <a:ext cx="2044708" cy="981459"/>
      </dsp:txXfrm>
    </dsp:sp>
    <dsp:sp modelId="{38AE11BA-1A91-468F-91F0-6561ADBCB92D}">
      <dsp:nvSpPr>
        <dsp:cNvPr id="0" name=""/>
        <dsp:cNvSpPr/>
      </dsp:nvSpPr>
      <dsp:spPr>
        <a:xfrm>
          <a:off x="6631395" y="642609"/>
          <a:ext cx="2044708" cy="2453649"/>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972" tIns="0" rIns="201972" bIns="330200" numCol="1" spcCol="1270" anchor="t" anchorCtr="0">
          <a:noAutofit/>
        </a:bodyPr>
        <a:lstStyle/>
        <a:p>
          <a:pPr marL="0" lvl="0" indent="0" algn="l" defTabSz="844550">
            <a:lnSpc>
              <a:spcPct val="90000"/>
            </a:lnSpc>
            <a:spcBef>
              <a:spcPct val="0"/>
            </a:spcBef>
            <a:spcAft>
              <a:spcPct val="35000"/>
            </a:spcAft>
            <a:buNone/>
          </a:pPr>
          <a:r>
            <a:rPr lang="en-US" sz="1900" kern="1200"/>
            <a:t>Another reviews security procedures</a:t>
          </a:r>
        </a:p>
      </dsp:txBody>
      <dsp:txXfrm>
        <a:off x="6631395" y="1624069"/>
        <a:ext cx="2044708" cy="1472189"/>
      </dsp:txXfrm>
    </dsp:sp>
    <dsp:sp modelId="{747A89E7-2394-4894-85C1-42EE6DE7FDF7}">
      <dsp:nvSpPr>
        <dsp:cNvPr id="0" name=""/>
        <dsp:cNvSpPr/>
      </dsp:nvSpPr>
      <dsp:spPr>
        <a:xfrm>
          <a:off x="6631395" y="642609"/>
          <a:ext cx="2044708" cy="98145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1972" tIns="165100" rIns="201972" bIns="165100" numCol="1" spcCol="1270" anchor="ctr" anchorCtr="0">
          <a:noAutofit/>
        </a:bodyPr>
        <a:lstStyle/>
        <a:p>
          <a:pPr marL="0" lvl="0" indent="0" algn="l" defTabSz="2089150">
            <a:lnSpc>
              <a:spcPct val="90000"/>
            </a:lnSpc>
            <a:spcBef>
              <a:spcPct val="0"/>
            </a:spcBef>
            <a:spcAft>
              <a:spcPct val="35000"/>
            </a:spcAft>
            <a:buNone/>
          </a:pPr>
          <a:r>
            <a:rPr lang="en-US" sz="4700" kern="1200"/>
            <a:t>04</a:t>
          </a:r>
        </a:p>
      </dsp:txBody>
      <dsp:txXfrm>
        <a:off x="6631395" y="642609"/>
        <a:ext cx="2044708" cy="981459"/>
      </dsp:txXfrm>
    </dsp:sp>
    <dsp:sp modelId="{8B11E1CE-290C-44DD-B02A-677E9250F37C}">
      <dsp:nvSpPr>
        <dsp:cNvPr id="0" name=""/>
        <dsp:cNvSpPr/>
      </dsp:nvSpPr>
      <dsp:spPr>
        <a:xfrm>
          <a:off x="8839679" y="642609"/>
          <a:ext cx="2044708" cy="2453649"/>
        </a:xfrm>
        <a:prstGeom prst="rect">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972" tIns="0" rIns="201972" bIns="330200" numCol="1" spcCol="1270" anchor="t" anchorCtr="0">
          <a:noAutofit/>
        </a:bodyPr>
        <a:lstStyle/>
        <a:p>
          <a:pPr marL="0" lvl="0" indent="0" algn="l" defTabSz="844550">
            <a:lnSpc>
              <a:spcPct val="90000"/>
            </a:lnSpc>
            <a:spcBef>
              <a:spcPct val="0"/>
            </a:spcBef>
            <a:spcAft>
              <a:spcPct val="35000"/>
            </a:spcAft>
            <a:buNone/>
          </a:pPr>
          <a:r>
            <a:rPr lang="en-US" sz="1900" kern="1200"/>
            <a:t>The group approves the final documentation</a:t>
          </a:r>
        </a:p>
      </dsp:txBody>
      <dsp:txXfrm>
        <a:off x="8839679" y="1624069"/>
        <a:ext cx="2044708" cy="1472189"/>
      </dsp:txXfrm>
    </dsp:sp>
    <dsp:sp modelId="{1D2E84C4-44B1-466B-9402-A4B374D876D6}">
      <dsp:nvSpPr>
        <dsp:cNvPr id="0" name=""/>
        <dsp:cNvSpPr/>
      </dsp:nvSpPr>
      <dsp:spPr>
        <a:xfrm>
          <a:off x="8839679" y="642609"/>
          <a:ext cx="2044708" cy="98145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1972" tIns="165100" rIns="201972" bIns="165100" numCol="1" spcCol="1270" anchor="ctr" anchorCtr="0">
          <a:noAutofit/>
        </a:bodyPr>
        <a:lstStyle/>
        <a:p>
          <a:pPr marL="0" lvl="0" indent="0" algn="l" defTabSz="2089150">
            <a:lnSpc>
              <a:spcPct val="90000"/>
            </a:lnSpc>
            <a:spcBef>
              <a:spcPct val="0"/>
            </a:spcBef>
            <a:spcAft>
              <a:spcPct val="35000"/>
            </a:spcAft>
            <a:buNone/>
          </a:pPr>
          <a:r>
            <a:rPr lang="en-US" sz="4700" kern="1200"/>
            <a:t>05</a:t>
          </a:r>
        </a:p>
      </dsp:txBody>
      <dsp:txXfrm>
        <a:off x="8839679" y="642609"/>
        <a:ext cx="2044708" cy="98145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753056-EF80-402D-9C3A-06C91DF03D3B}">
      <dsp:nvSpPr>
        <dsp:cNvPr id="0" name=""/>
        <dsp:cNvSpPr/>
      </dsp:nvSpPr>
      <dsp:spPr>
        <a:xfrm>
          <a:off x="237574" y="130"/>
          <a:ext cx="2422274" cy="145336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Stores cloud infrastructure files like Bicep, ARM, Terraform, and YAML templates</a:t>
          </a:r>
        </a:p>
      </dsp:txBody>
      <dsp:txXfrm>
        <a:off x="237574" y="130"/>
        <a:ext cx="2422274" cy="1453364"/>
      </dsp:txXfrm>
    </dsp:sp>
    <dsp:sp modelId="{ADEDC2AD-DE86-431A-9519-49A9600AC8FE}">
      <dsp:nvSpPr>
        <dsp:cNvPr id="0" name=""/>
        <dsp:cNvSpPr/>
      </dsp:nvSpPr>
      <dsp:spPr>
        <a:xfrm>
          <a:off x="2902076" y="130"/>
          <a:ext cx="2422274" cy="145336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Supports Infrastructure as Code (IaC), making cloud setups easier to reuse</a:t>
          </a:r>
        </a:p>
      </dsp:txBody>
      <dsp:txXfrm>
        <a:off x="2902076" y="130"/>
        <a:ext cx="2422274" cy="1453364"/>
      </dsp:txXfrm>
    </dsp:sp>
    <dsp:sp modelId="{4B3A684F-97A2-4368-8A4E-5AD0A9577E9A}">
      <dsp:nvSpPr>
        <dsp:cNvPr id="0" name=""/>
        <dsp:cNvSpPr/>
      </dsp:nvSpPr>
      <dsp:spPr>
        <a:xfrm>
          <a:off x="5566577" y="130"/>
          <a:ext cx="2422274" cy="145336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Helps create repeatable deployments for test, development, and production environments</a:t>
          </a:r>
        </a:p>
      </dsp:txBody>
      <dsp:txXfrm>
        <a:off x="5566577" y="130"/>
        <a:ext cx="2422274" cy="1453364"/>
      </dsp:txXfrm>
    </dsp:sp>
    <dsp:sp modelId="{1E34DEC9-8E7E-4A04-9C19-CAA39C65651C}">
      <dsp:nvSpPr>
        <dsp:cNvPr id="0" name=""/>
        <dsp:cNvSpPr/>
      </dsp:nvSpPr>
      <dsp:spPr>
        <a:xfrm>
          <a:off x="8231079" y="130"/>
          <a:ext cx="2422274" cy="145336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Uses GitHub Actions to automate checks, approvals, and cloud deployments</a:t>
          </a:r>
        </a:p>
      </dsp:txBody>
      <dsp:txXfrm>
        <a:off x="8231079" y="130"/>
        <a:ext cx="2422274" cy="1453364"/>
      </dsp:txXfrm>
    </dsp:sp>
    <dsp:sp modelId="{39FF6466-282A-42ED-AAF9-4418A005A527}">
      <dsp:nvSpPr>
        <dsp:cNvPr id="0" name=""/>
        <dsp:cNvSpPr/>
      </dsp:nvSpPr>
      <dsp:spPr>
        <a:xfrm>
          <a:off x="2902076" y="1695722"/>
          <a:ext cx="2422274" cy="145336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Keeps documentation, setup steps, and troubleshooting guides in one shared place</a:t>
          </a:r>
        </a:p>
      </dsp:txBody>
      <dsp:txXfrm>
        <a:off x="2902076" y="1695722"/>
        <a:ext cx="2422274" cy="1453364"/>
      </dsp:txXfrm>
    </dsp:sp>
    <dsp:sp modelId="{8C71CB07-371A-4484-BBEB-EFF11403416C}">
      <dsp:nvSpPr>
        <dsp:cNvPr id="0" name=""/>
        <dsp:cNvSpPr/>
      </dsp:nvSpPr>
      <dsp:spPr>
        <a:xfrm>
          <a:off x="5566577" y="1695722"/>
          <a:ext cx="2422274" cy="145336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Controls access so only approved team members can edit or approve changes</a:t>
          </a:r>
        </a:p>
      </dsp:txBody>
      <dsp:txXfrm>
        <a:off x="5566577" y="1695722"/>
        <a:ext cx="2422274" cy="1453364"/>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3.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5/21/2026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10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5/21/2026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60924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5/21/2026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5047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5/21/2026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410762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5/21/2026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490596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5/21/2026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334791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5/21/2026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41968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5/21/2026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893876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5/21/2026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843404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5/21/2026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84799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5/21/2026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9186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5/21/2026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40571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p:cNvSpPr>
            <a:spLocks noGrp="1"/>
          </p:cNvSpPr>
          <p:nvPr>
            <p:ph type="ctrTitle"/>
          </p:nvPr>
        </p:nvSpPr>
        <p:spPr>
          <a:xfrm>
            <a:off x="514117" y="952500"/>
            <a:ext cx="4124557" cy="3524250"/>
          </a:xfrm>
        </p:spPr>
        <p:txBody>
          <a:bodyPr>
            <a:normAutofit fontScale="90000"/>
          </a:bodyPr>
          <a:lstStyle/>
          <a:p>
            <a:r>
              <a:rPr lang="en-US" sz="5800">
                <a:ea typeface="Calibri Light"/>
                <a:cs typeface="Calibri Light"/>
              </a:rPr>
              <a:t>GitHub and Cloud Templates</a:t>
            </a:r>
            <a:br>
              <a:rPr lang="en-US" sz="5800">
                <a:ea typeface="Calibri Light"/>
                <a:cs typeface="Calibri Light"/>
              </a:rPr>
            </a:br>
            <a:br>
              <a:rPr lang="en-US" sz="5800">
                <a:ea typeface="Calibri Light"/>
                <a:cs typeface="Calibri Light"/>
              </a:rPr>
            </a:br>
            <a:r>
              <a:rPr lang="en-US" sz="2000">
                <a:ea typeface="Calibri Light"/>
                <a:cs typeface="Calibri Light"/>
              </a:rPr>
              <a:t>CYB260L | 2.1 In-class Activity</a:t>
            </a:r>
            <a:endParaRPr lang="en-US" sz="2000"/>
          </a:p>
        </p:txBody>
      </p:sp>
      <p:sp>
        <p:nvSpPr>
          <p:cNvPr id="3" name="Subtitle 2"/>
          <p:cNvSpPr>
            <a:spLocks noGrp="1"/>
          </p:cNvSpPr>
          <p:nvPr>
            <p:ph type="subTitle" idx="1"/>
          </p:nvPr>
        </p:nvSpPr>
        <p:spPr>
          <a:xfrm>
            <a:off x="514118" y="5374291"/>
            <a:ext cx="4057882" cy="972532"/>
          </a:xfrm>
        </p:spPr>
        <p:txBody>
          <a:bodyPr vert="horz" lIns="91440" tIns="45720" rIns="91440" bIns="45720" rtlCol="0" anchor="t">
            <a:normAutofit/>
          </a:bodyPr>
          <a:lstStyle/>
          <a:p>
            <a:r>
              <a:rPr lang="en-US">
                <a:ea typeface="Calibri"/>
                <a:cs typeface="Calibri"/>
              </a:rPr>
              <a:t>Faith Jones, Jess Caro, Dante Vega, Jaden Lee</a:t>
            </a:r>
            <a:endParaRPr lang="en-US"/>
          </a:p>
        </p:txBody>
      </p:sp>
      <p:cxnSp>
        <p:nvCxnSpPr>
          <p:cNvPr id="32" name="Straight Connector 31">
            <a:extLst>
              <a:ext uri="{FF2B5EF4-FFF2-40B4-BE49-F238E27FC236}">
                <a16:creationId xmlns:a16="http://schemas.microsoft.com/office/drawing/2014/main" id="{A2D508B3-A66C-833E-D929-8DC21163567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2088" y="4882722"/>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33" name="Picture 32" descr="Creative paper-crafts">
            <a:extLst>
              <a:ext uri="{FF2B5EF4-FFF2-40B4-BE49-F238E27FC236}">
                <a16:creationId xmlns:a16="http://schemas.microsoft.com/office/drawing/2014/main" id="{DB5B9B92-F883-7BD1-01CB-3D4EBDEEB269}"/>
              </a:ext>
            </a:extLst>
          </p:cNvPr>
          <p:cNvPicPr>
            <a:picLocks noChangeAspect="1"/>
          </p:cNvPicPr>
          <p:nvPr/>
        </p:nvPicPr>
        <p:blipFill>
          <a:blip r:embed="rId2"/>
          <a:srcRect l="7403" r="16812" b="4"/>
          <a:stretch>
            <a:fillRect/>
          </a:stretch>
        </p:blipFill>
        <p:spPr>
          <a:xfrm>
            <a:off x="5261956" y="10"/>
            <a:ext cx="6930043" cy="6857990"/>
          </a:xfrm>
          <a:prstGeom prst="rect">
            <a:avLst/>
          </a:prstGeom>
        </p:spPr>
      </p:pic>
    </p:spTree>
    <p:extLst>
      <p:ext uri="{BB962C8B-B14F-4D97-AF65-F5344CB8AC3E}">
        <p14:creationId xmlns:p14="http://schemas.microsoft.com/office/powerpoint/2010/main" val="18042518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5211D4-6B8D-0CA9-6ACF-DE247EA6807F}"/>
              </a:ext>
            </a:extLst>
          </p:cNvPr>
          <p:cNvSpPr>
            <a:spLocks noGrp="1"/>
          </p:cNvSpPr>
          <p:nvPr>
            <p:ph type="title"/>
          </p:nvPr>
        </p:nvSpPr>
        <p:spPr>
          <a:xfrm>
            <a:off x="640080" y="1371600"/>
            <a:ext cx="5737859" cy="1097280"/>
          </a:xfrm>
        </p:spPr>
        <p:txBody>
          <a:bodyPr>
            <a:normAutofit/>
          </a:bodyPr>
          <a:lstStyle/>
          <a:p>
            <a:pPr>
              <a:lnSpc>
                <a:spcPct val="90000"/>
              </a:lnSpc>
            </a:pPr>
            <a:r>
              <a:rPr lang="en-US" sz="3400"/>
              <a:t>Why GitHub Matters in Cloud Work</a:t>
            </a:r>
          </a:p>
        </p:txBody>
      </p:sp>
      <p:cxnSp>
        <p:nvCxnSpPr>
          <p:cNvPr id="22" name="Straight Connector 21">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F3190A1-6238-A9D4-7D44-9427F985E5FB}"/>
              </a:ext>
            </a:extLst>
          </p:cNvPr>
          <p:cNvSpPr>
            <a:spLocks noGrp="1"/>
          </p:cNvSpPr>
          <p:nvPr>
            <p:ph idx="1"/>
          </p:nvPr>
        </p:nvSpPr>
        <p:spPr>
          <a:xfrm>
            <a:off x="640080" y="2633236"/>
            <a:ext cx="5737860" cy="3666980"/>
          </a:xfrm>
        </p:spPr>
        <p:txBody>
          <a:bodyPr vert="horz" lIns="91440" tIns="45720" rIns="91440" bIns="45720" rtlCol="0">
            <a:normAutofit/>
          </a:bodyPr>
          <a:lstStyle/>
          <a:p>
            <a:r>
              <a:rPr lang="en-US"/>
              <a:t>Stores cloud templates and configuration files in one place</a:t>
            </a:r>
          </a:p>
          <a:p>
            <a:r>
              <a:rPr lang="en-US"/>
              <a:t>Tracks who made changes and when</a:t>
            </a:r>
          </a:p>
          <a:p>
            <a:r>
              <a:rPr lang="en-US"/>
              <a:t>Helps teams avoid multiple confusing file copies</a:t>
            </a:r>
          </a:p>
          <a:p>
            <a:r>
              <a:rPr lang="en-US"/>
              <a:t>Allows older versions to be reviewed or restored</a:t>
            </a:r>
          </a:p>
          <a:p>
            <a:r>
              <a:rPr lang="en-US" err="1"/>
              <a:t>Upports</a:t>
            </a:r>
            <a:r>
              <a:rPr lang="en-US"/>
              <a:t> better organization for cloud projects</a:t>
            </a:r>
          </a:p>
        </p:txBody>
      </p:sp>
      <p:pic>
        <p:nvPicPr>
          <p:cNvPr id="5" name="Picture 4">
            <a:extLst>
              <a:ext uri="{FF2B5EF4-FFF2-40B4-BE49-F238E27FC236}">
                <a16:creationId xmlns:a16="http://schemas.microsoft.com/office/drawing/2014/main" id="{73C6B6E9-204E-FE0E-1BB7-7F5F8A755D3F}"/>
              </a:ext>
            </a:extLst>
          </p:cNvPr>
          <p:cNvPicPr>
            <a:picLocks noChangeAspect="1"/>
          </p:cNvPicPr>
          <p:nvPr/>
        </p:nvPicPr>
        <p:blipFill>
          <a:blip r:embed="rId2"/>
          <a:stretch>
            <a:fillRect/>
          </a:stretch>
        </p:blipFill>
        <p:spPr>
          <a:xfrm>
            <a:off x="7155179" y="1583754"/>
            <a:ext cx="4375829" cy="4716462"/>
          </a:xfrm>
          <a:prstGeom prst="rect">
            <a:avLst/>
          </a:prstGeom>
        </p:spPr>
      </p:pic>
    </p:spTree>
    <p:extLst>
      <p:ext uri="{BB962C8B-B14F-4D97-AF65-F5344CB8AC3E}">
        <p14:creationId xmlns:p14="http://schemas.microsoft.com/office/powerpoint/2010/main" val="2218571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4" name="Picture 3" descr="A group of hands putting their hands together&#10;&#10;AI-generated content may be incorrect.">
            <a:extLst>
              <a:ext uri="{FF2B5EF4-FFF2-40B4-BE49-F238E27FC236}">
                <a16:creationId xmlns:a16="http://schemas.microsoft.com/office/drawing/2014/main" id="{C5DAA573-7A56-A1FC-1C77-26FB6E45E6A7}"/>
              </a:ext>
            </a:extLst>
          </p:cNvPr>
          <p:cNvPicPr>
            <a:picLocks noChangeAspect="1"/>
          </p:cNvPicPr>
          <p:nvPr/>
        </p:nvPicPr>
        <p:blipFill>
          <a:blip r:embed="rId2">
            <a:alphaModFix/>
          </a:blip>
          <a:srcRect l="16996" r="40224" b="-1"/>
          <a:stretch>
            <a:fillRect/>
          </a:stretch>
        </p:blipFill>
        <p:spPr>
          <a:xfrm>
            <a:off x="-4704" y="10"/>
            <a:ext cx="5696712" cy="6857990"/>
          </a:xfrm>
          <a:prstGeom prst="rect">
            <a:avLst/>
          </a:prstGeom>
        </p:spPr>
      </p:pic>
      <p:sp>
        <p:nvSpPr>
          <p:cNvPr id="12" name="Rectangle 11">
            <a:extLst>
              <a:ext uri="{FF2B5EF4-FFF2-40B4-BE49-F238E27FC236}">
                <a16:creationId xmlns:a16="http://schemas.microsoft.com/office/drawing/2014/main" id="{F7017262-EEEC-4F5E-917D-A55E68A11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80375" y="-480370"/>
            <a:ext cx="4735963" cy="5696712"/>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D1DF5A72-9CDE-CEC1-576F-A02E1513A63E}"/>
              </a:ext>
            </a:extLst>
          </p:cNvPr>
          <p:cNvSpPr>
            <a:spLocks noGrp="1"/>
          </p:cNvSpPr>
          <p:nvPr>
            <p:ph type="title"/>
          </p:nvPr>
        </p:nvSpPr>
        <p:spPr>
          <a:xfrm>
            <a:off x="642519" y="1371601"/>
            <a:ext cx="4023360" cy="2671482"/>
          </a:xfrm>
        </p:spPr>
        <p:txBody>
          <a:bodyPr>
            <a:normAutofit/>
          </a:bodyPr>
          <a:lstStyle/>
          <a:p>
            <a:r>
              <a:rPr lang="en-US">
                <a:solidFill>
                  <a:srgbClr val="FFFFFF"/>
                </a:solidFill>
              </a:rPr>
              <a:t>Collaborative Benefits of GitHub</a:t>
            </a:r>
          </a:p>
        </p:txBody>
      </p:sp>
      <p:cxnSp>
        <p:nvCxnSpPr>
          <p:cNvPr id="13" name="Straight Connector 12">
            <a:extLst>
              <a:ext uri="{FF2B5EF4-FFF2-40B4-BE49-F238E27FC236}">
                <a16:creationId xmlns:a16="http://schemas.microsoft.com/office/drawing/2014/main" id="{9A3EDAAA-869E-4AA2-A7CE-BF2C025963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718"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3CF9552-7435-FD6A-4394-AAD2EAFE88CB}"/>
              </a:ext>
            </a:extLst>
          </p:cNvPr>
          <p:cNvSpPr>
            <a:spLocks noGrp="1"/>
          </p:cNvSpPr>
          <p:nvPr>
            <p:ph idx="1"/>
          </p:nvPr>
        </p:nvSpPr>
        <p:spPr>
          <a:xfrm>
            <a:off x="6242960" y="1031002"/>
            <a:ext cx="5288049" cy="5266922"/>
          </a:xfrm>
        </p:spPr>
        <p:txBody>
          <a:bodyPr vert="horz" lIns="91440" tIns="45720" rIns="91440" bIns="45720" rtlCol="0">
            <a:normAutofit/>
          </a:bodyPr>
          <a:lstStyle/>
          <a:p>
            <a:r>
              <a:rPr lang="en-US"/>
              <a:t>Team members can work on separate branches</a:t>
            </a:r>
          </a:p>
          <a:p>
            <a:r>
              <a:rPr lang="en-US"/>
              <a:t>Pull requests allow changes to be reviewed</a:t>
            </a:r>
          </a:p>
          <a:p>
            <a:r>
              <a:rPr lang="en-US"/>
              <a:t>Repository permissions control access</a:t>
            </a:r>
          </a:p>
          <a:p>
            <a:r>
              <a:rPr lang="en-US"/>
              <a:t>Project history shows updates over time</a:t>
            </a:r>
          </a:p>
          <a:p>
            <a:r>
              <a:rPr lang="en-US"/>
              <a:t>Improves accountability and communication</a:t>
            </a:r>
          </a:p>
        </p:txBody>
      </p:sp>
    </p:spTree>
    <p:extLst>
      <p:ext uri="{BB962C8B-B14F-4D97-AF65-F5344CB8AC3E}">
        <p14:creationId xmlns:p14="http://schemas.microsoft.com/office/powerpoint/2010/main" val="546762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BEA5B3-B1E8-3C55-E4B7-F32496637125}"/>
              </a:ext>
            </a:extLst>
          </p:cNvPr>
          <p:cNvSpPr>
            <a:spLocks noGrp="1"/>
          </p:cNvSpPr>
          <p:nvPr>
            <p:ph type="title"/>
          </p:nvPr>
        </p:nvSpPr>
        <p:spPr>
          <a:xfrm>
            <a:off x="640079" y="570750"/>
            <a:ext cx="10890929" cy="1387934"/>
          </a:xfrm>
        </p:spPr>
        <p:txBody>
          <a:bodyPr anchor="b">
            <a:normAutofit/>
          </a:bodyPr>
          <a:lstStyle/>
          <a:p>
            <a:r>
              <a:rPr lang="en-US"/>
              <a:t>GitHub for Non-Developers</a:t>
            </a:r>
          </a:p>
        </p:txBody>
      </p:sp>
      <p:cxnSp>
        <p:nvCxnSpPr>
          <p:cNvPr id="11" name="Straight Connector 10">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93A7A86E-9D4B-14BA-BA93-1BC8B7A9BD6D}"/>
              </a:ext>
            </a:extLst>
          </p:cNvPr>
          <p:cNvGraphicFramePr>
            <a:graphicFrameLocks noGrp="1"/>
          </p:cNvGraphicFramePr>
          <p:nvPr>
            <p:ph idx="1"/>
            <p:extLst>
              <p:ext uri="{D42A27DB-BD31-4B8C-83A1-F6EECF244321}">
                <p14:modId xmlns:p14="http://schemas.microsoft.com/office/powerpoint/2010/main" val="406099534"/>
              </p:ext>
            </p:extLst>
          </p:nvPr>
        </p:nvGraphicFramePr>
        <p:xfrm>
          <a:off x="640079" y="2559050"/>
          <a:ext cx="10890929" cy="373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04773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4E5B7B-86B2-A636-E045-46BF5A35BBBA}"/>
              </a:ext>
            </a:extLst>
          </p:cNvPr>
          <p:cNvSpPr>
            <a:spLocks noGrp="1"/>
          </p:cNvSpPr>
          <p:nvPr>
            <p:ph type="title"/>
          </p:nvPr>
        </p:nvSpPr>
        <p:spPr>
          <a:xfrm>
            <a:off x="640079" y="570750"/>
            <a:ext cx="10890929" cy="1387934"/>
          </a:xfrm>
        </p:spPr>
        <p:txBody>
          <a:bodyPr anchor="b">
            <a:normAutofit/>
          </a:bodyPr>
          <a:lstStyle/>
          <a:p>
            <a:r>
              <a:rPr lang="en-US"/>
              <a:t>Scenario 1: Cloud Template Review</a:t>
            </a:r>
          </a:p>
        </p:txBody>
      </p:sp>
      <p:cxnSp>
        <p:nvCxnSpPr>
          <p:cNvPr id="11" name="Straight Connector 10">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926803E9-05EE-0124-6D8A-72A14D4482CB}"/>
              </a:ext>
            </a:extLst>
          </p:cNvPr>
          <p:cNvGraphicFramePr>
            <a:graphicFrameLocks noGrp="1"/>
          </p:cNvGraphicFramePr>
          <p:nvPr>
            <p:ph idx="1"/>
            <p:extLst>
              <p:ext uri="{D42A27DB-BD31-4B8C-83A1-F6EECF244321}">
                <p14:modId xmlns:p14="http://schemas.microsoft.com/office/powerpoint/2010/main" val="309745364"/>
              </p:ext>
            </p:extLst>
          </p:nvPr>
        </p:nvGraphicFramePr>
        <p:xfrm>
          <a:off x="525060" y="2458408"/>
          <a:ext cx="11005948" cy="32356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52972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90124-8E3D-CC3D-BF6A-34ADAEEAB478}"/>
              </a:ext>
            </a:extLst>
          </p:cNvPr>
          <p:cNvSpPr>
            <a:spLocks noGrp="1"/>
          </p:cNvSpPr>
          <p:nvPr>
            <p:ph type="title"/>
          </p:nvPr>
        </p:nvSpPr>
        <p:spPr/>
        <p:txBody>
          <a:bodyPr/>
          <a:lstStyle/>
          <a:p>
            <a:r>
              <a:rPr lang="en-US"/>
              <a:t>Scenario 1 Explanation</a:t>
            </a:r>
          </a:p>
        </p:txBody>
      </p:sp>
      <p:sp>
        <p:nvSpPr>
          <p:cNvPr id="3" name="Content Placeholder 2">
            <a:extLst>
              <a:ext uri="{FF2B5EF4-FFF2-40B4-BE49-F238E27FC236}">
                <a16:creationId xmlns:a16="http://schemas.microsoft.com/office/drawing/2014/main" id="{F78C228C-C0AA-3F16-663C-7E23DEC27B43}"/>
              </a:ext>
            </a:extLst>
          </p:cNvPr>
          <p:cNvSpPr>
            <a:spLocks noGrp="1"/>
          </p:cNvSpPr>
          <p:nvPr>
            <p:ph idx="1"/>
          </p:nvPr>
        </p:nvSpPr>
        <p:spPr/>
        <p:txBody>
          <a:bodyPr vert="horz" lIns="91440" tIns="45720" rIns="91440" bIns="45720" rtlCol="0" anchor="t">
            <a:normAutofit/>
          </a:bodyPr>
          <a:lstStyle/>
          <a:p>
            <a:pPr marL="0" indent="0">
              <a:buNone/>
            </a:pPr>
            <a:r>
              <a:rPr lang="en-US">
                <a:ea typeface="+mn-lt"/>
                <a:cs typeface="+mn-lt"/>
              </a:rPr>
              <a:t>Each team member has a specific responsibility. One person works on the networking section, another works on storage, and another writes the documentation. After everyone finishes their part, the group reviews the changes before adding them to the final version. This review step helps make sure the template is correct, organized, and ready to use.</a:t>
            </a:r>
          </a:p>
          <a:p>
            <a:pPr marL="0" indent="0">
              <a:buNone/>
            </a:pPr>
            <a:r>
              <a:rPr lang="en-US">
                <a:ea typeface="+mn-lt"/>
                <a:cs typeface="+mn-lt"/>
              </a:rPr>
              <a:t>---</a:t>
            </a:r>
          </a:p>
          <a:p>
            <a:pPr marL="0" indent="0">
              <a:buNone/>
            </a:pPr>
            <a:r>
              <a:rPr lang="en-US">
                <a:ea typeface="+mn-lt"/>
                <a:cs typeface="+mn-lt"/>
              </a:rPr>
              <a:t>The Benefits: Team collaboration, version control, change review (if there are errors they can be fixed before being implemented into the final template), better organization, reduced mistakes, and accountability</a:t>
            </a:r>
          </a:p>
        </p:txBody>
      </p:sp>
      <p:pic>
        <p:nvPicPr>
          <p:cNvPr id="4" name="Picture 3">
            <a:extLst>
              <a:ext uri="{FF2B5EF4-FFF2-40B4-BE49-F238E27FC236}">
                <a16:creationId xmlns:a16="http://schemas.microsoft.com/office/drawing/2014/main" id="{B07F1084-7D89-CA25-C94B-1E6B6EB3B8CD}"/>
              </a:ext>
            </a:extLst>
          </p:cNvPr>
          <p:cNvPicPr>
            <a:picLocks noChangeAspect="1"/>
          </p:cNvPicPr>
          <p:nvPr/>
        </p:nvPicPr>
        <p:blipFill>
          <a:blip r:embed="rId2"/>
          <a:stretch>
            <a:fillRect/>
          </a:stretch>
        </p:blipFill>
        <p:spPr>
          <a:xfrm>
            <a:off x="6270508" y="139619"/>
            <a:ext cx="4683042" cy="2493853"/>
          </a:xfrm>
          <a:prstGeom prst="rect">
            <a:avLst/>
          </a:prstGeom>
        </p:spPr>
      </p:pic>
    </p:spTree>
    <p:extLst>
      <p:ext uri="{BB962C8B-B14F-4D97-AF65-F5344CB8AC3E}">
        <p14:creationId xmlns:p14="http://schemas.microsoft.com/office/powerpoint/2010/main" val="2679105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1C69525-1BE4-4BA0-A23C-3BB6C162E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1DA610-4AFD-CE69-8DBC-8BB535F23F47}"/>
              </a:ext>
            </a:extLst>
          </p:cNvPr>
          <p:cNvSpPr>
            <a:spLocks noGrp="1"/>
          </p:cNvSpPr>
          <p:nvPr>
            <p:ph type="title"/>
          </p:nvPr>
        </p:nvSpPr>
        <p:spPr>
          <a:xfrm>
            <a:off x="640079" y="1371601"/>
            <a:ext cx="10890929" cy="1097280"/>
          </a:xfrm>
        </p:spPr>
        <p:txBody>
          <a:bodyPr>
            <a:normAutofit/>
          </a:bodyPr>
          <a:lstStyle/>
          <a:p>
            <a:r>
              <a:rPr lang="en-US"/>
              <a:t>Scenario 2: IT Documentation Review</a:t>
            </a:r>
          </a:p>
        </p:txBody>
      </p:sp>
      <p:cxnSp>
        <p:nvCxnSpPr>
          <p:cNvPr id="11" name="Straight Connector 10">
            <a:extLst>
              <a:ext uri="{FF2B5EF4-FFF2-40B4-BE49-F238E27FC236}">
                <a16:creationId xmlns:a16="http://schemas.microsoft.com/office/drawing/2014/main" id="{B68AF875-C18B-4B48-AE4C-A63FD3CEFB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422B5620-1C6F-98D3-E655-DFA4C00C7764}"/>
              </a:ext>
            </a:extLst>
          </p:cNvPr>
          <p:cNvGraphicFramePr>
            <a:graphicFrameLocks noGrp="1"/>
          </p:cNvGraphicFramePr>
          <p:nvPr>
            <p:ph idx="1"/>
            <p:extLst>
              <p:ext uri="{D42A27DB-BD31-4B8C-83A1-F6EECF244321}">
                <p14:modId xmlns:p14="http://schemas.microsoft.com/office/powerpoint/2010/main" val="3991959957"/>
              </p:ext>
            </p:extLst>
          </p:nvPr>
        </p:nvGraphicFramePr>
        <p:xfrm>
          <a:off x="640079" y="2343390"/>
          <a:ext cx="10890929" cy="37388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93294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406BD704-01C2-4341-B99A-116CC7EC56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oup of people sitting at a table with a folder in the back&#10;&#10;AI-generated content may be incorrect.">
            <a:extLst>
              <a:ext uri="{FF2B5EF4-FFF2-40B4-BE49-F238E27FC236}">
                <a16:creationId xmlns:a16="http://schemas.microsoft.com/office/drawing/2014/main" id="{A23A752E-9FBE-E5F4-89C1-879E12D570BA}"/>
              </a:ext>
            </a:extLst>
          </p:cNvPr>
          <p:cNvPicPr>
            <a:picLocks noChangeAspect="1"/>
          </p:cNvPicPr>
          <p:nvPr/>
        </p:nvPicPr>
        <p:blipFill>
          <a:blip r:embed="rId2"/>
          <a:srcRect l="18013" r="15318" b="-3"/>
          <a:stretch>
            <a:fillRect/>
          </a:stretch>
        </p:blipFill>
        <p:spPr>
          <a:xfrm>
            <a:off x="20" y="10"/>
            <a:ext cx="12191980" cy="685799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useBgFill="1">
        <p:nvSpPr>
          <p:cNvPr id="35" name="Rectangle 34">
            <a:extLst>
              <a:ext uri="{FF2B5EF4-FFF2-40B4-BE49-F238E27FC236}">
                <a16:creationId xmlns:a16="http://schemas.microsoft.com/office/drawing/2014/main" id="{0225C01B-A296-4FAA-AA46-794F27DF69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4894" y="979075"/>
            <a:ext cx="5777024" cy="5074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EDCF5A-AA2C-D25D-4D6B-88E7DB147860}"/>
              </a:ext>
            </a:extLst>
          </p:cNvPr>
          <p:cNvSpPr>
            <a:spLocks noGrp="1"/>
          </p:cNvSpPr>
          <p:nvPr>
            <p:ph type="title"/>
          </p:nvPr>
        </p:nvSpPr>
        <p:spPr>
          <a:xfrm>
            <a:off x="1049451" y="1352492"/>
            <a:ext cx="4665540" cy="1143000"/>
          </a:xfrm>
        </p:spPr>
        <p:txBody>
          <a:bodyPr anchor="t">
            <a:normAutofit/>
          </a:bodyPr>
          <a:lstStyle/>
          <a:p>
            <a:pPr>
              <a:lnSpc>
                <a:spcPct val="90000"/>
              </a:lnSpc>
            </a:pPr>
            <a:r>
              <a:rPr lang="en-US" sz="3700"/>
              <a:t>Scenario 2 Explanation</a:t>
            </a:r>
          </a:p>
        </p:txBody>
      </p:sp>
      <p:cxnSp>
        <p:nvCxnSpPr>
          <p:cNvPr id="36" name="Straight Connector 35">
            <a:extLst>
              <a:ext uri="{FF2B5EF4-FFF2-40B4-BE49-F238E27FC236}">
                <a16:creationId xmlns:a16="http://schemas.microsoft.com/office/drawing/2014/main" id="{62713E66-598D-4B8A-9D2A-67C7AF46EF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85673" y="979075"/>
            <a:ext cx="0" cy="507492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5E06F7E-B801-BB90-D17F-C93A021EF286}"/>
              </a:ext>
            </a:extLst>
          </p:cNvPr>
          <p:cNvSpPr>
            <a:spLocks noGrp="1"/>
          </p:cNvSpPr>
          <p:nvPr>
            <p:ph idx="1"/>
          </p:nvPr>
        </p:nvSpPr>
        <p:spPr>
          <a:xfrm>
            <a:off x="648402" y="2662356"/>
            <a:ext cx="5587966" cy="3390211"/>
          </a:xfrm>
        </p:spPr>
        <p:txBody>
          <a:bodyPr vert="horz" lIns="91440" tIns="45720" rIns="91440" bIns="45720" rtlCol="0">
            <a:normAutofit/>
          </a:bodyPr>
          <a:lstStyle/>
          <a:p>
            <a:pPr marL="0" indent="0">
              <a:lnSpc>
                <a:spcPct val="110000"/>
              </a:lnSpc>
              <a:buNone/>
            </a:pPr>
            <a:r>
              <a:rPr lang="en-US" sz="1100">
                <a:ea typeface="+mn-lt"/>
                <a:cs typeface="+mn-lt"/>
              </a:rPr>
              <a:t>This scenario shows how a non-developer team can use GitHub to manage shared IT documentation. Instead of keeping instructions in separate Word files or emails, the team stores everything in one repository. Each person can update a different section, and the group reviews the changes before the documentation becomes final.</a:t>
            </a:r>
            <a:endParaRPr lang="en-US" sz="1100"/>
          </a:p>
          <a:p>
            <a:pPr marL="0" indent="0">
              <a:lnSpc>
                <a:spcPct val="110000"/>
              </a:lnSpc>
              <a:buNone/>
            </a:pPr>
            <a:r>
              <a:rPr lang="en-US" sz="1100">
                <a:ea typeface="+mn-lt"/>
                <a:cs typeface="+mn-lt"/>
              </a:rPr>
              <a:t>---</a:t>
            </a:r>
          </a:p>
          <a:p>
            <a:pPr marL="0" indent="0">
              <a:lnSpc>
                <a:spcPct val="110000"/>
              </a:lnSpc>
              <a:buNone/>
            </a:pPr>
            <a:r>
              <a:rPr lang="en-US" sz="1100">
                <a:ea typeface="+mn-lt"/>
                <a:cs typeface="+mn-lt"/>
              </a:rPr>
              <a:t>The Benefits: Keeps important documentation in one shared location, allows multiple team members to contribute, helps prevent outdated instructions from being used, makes it easier to review and approve changes, tracks who made updates and when, and improves teamwork for non-developers</a:t>
            </a:r>
          </a:p>
          <a:p>
            <a:pPr marL="0" indent="0">
              <a:lnSpc>
                <a:spcPct val="110000"/>
              </a:lnSpc>
              <a:buNone/>
            </a:pPr>
            <a:endParaRPr lang="en-US" sz="1100">
              <a:ea typeface="+mn-lt"/>
              <a:cs typeface="+mn-lt"/>
            </a:endParaRPr>
          </a:p>
        </p:txBody>
      </p:sp>
    </p:spTree>
    <p:extLst>
      <p:ext uri="{BB962C8B-B14F-4D97-AF65-F5344CB8AC3E}">
        <p14:creationId xmlns:p14="http://schemas.microsoft.com/office/powerpoint/2010/main" val="4001738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EB6A6-743F-F455-D3AC-6224CAA4C538}"/>
              </a:ext>
            </a:extLst>
          </p:cNvPr>
          <p:cNvSpPr>
            <a:spLocks noGrp="1"/>
          </p:cNvSpPr>
          <p:nvPr>
            <p:ph type="title"/>
          </p:nvPr>
        </p:nvSpPr>
        <p:spPr/>
        <p:txBody>
          <a:bodyPr/>
          <a:lstStyle/>
          <a:p>
            <a:r>
              <a:rPr lang="en-US"/>
              <a:t>GitHub Benefits for Cloud Infrastructure Work</a:t>
            </a:r>
          </a:p>
        </p:txBody>
      </p:sp>
      <p:graphicFrame>
        <p:nvGraphicFramePr>
          <p:cNvPr id="6" name="Content Placeholder 2">
            <a:extLst>
              <a:ext uri="{FF2B5EF4-FFF2-40B4-BE49-F238E27FC236}">
                <a16:creationId xmlns:a16="http://schemas.microsoft.com/office/drawing/2014/main" id="{231BE118-0240-B6F2-E2CB-1269DF5DC8DF}"/>
              </a:ext>
            </a:extLst>
          </p:cNvPr>
          <p:cNvGraphicFramePr>
            <a:graphicFrameLocks noGrp="1"/>
          </p:cNvGraphicFramePr>
          <p:nvPr>
            <p:ph idx="1"/>
          </p:nvPr>
        </p:nvGraphicFramePr>
        <p:xfrm>
          <a:off x="640080" y="2633472"/>
          <a:ext cx="10890928" cy="31492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1C5BC003-6BB9-59C2-C640-6A70B4F19467}"/>
              </a:ext>
            </a:extLst>
          </p:cNvPr>
          <p:cNvSpPr txBox="1"/>
          <p:nvPr/>
        </p:nvSpPr>
        <p:spPr>
          <a:xfrm>
            <a:off x="-778" y="6541698"/>
            <a:ext cx="11079891" cy="6309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t>Sources: GitHub Docs, Microsoft Learn: Azure Bicep, Infrastructure as Code, GitHub Actions.</a:t>
            </a:r>
          </a:p>
          <a:p>
            <a:pPr algn="l"/>
            <a:endParaRPr lang="en-US"/>
          </a:p>
        </p:txBody>
      </p:sp>
    </p:spTree>
    <p:extLst>
      <p:ext uri="{BB962C8B-B14F-4D97-AF65-F5344CB8AC3E}">
        <p14:creationId xmlns:p14="http://schemas.microsoft.com/office/powerpoint/2010/main" val="1999282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57" name="Straight Connector 56">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59" name="Rectangle 5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Question marks in a line and one question mark is lit">
            <a:extLst>
              <a:ext uri="{FF2B5EF4-FFF2-40B4-BE49-F238E27FC236}">
                <a16:creationId xmlns:a16="http://schemas.microsoft.com/office/drawing/2014/main" id="{05833647-20B1-F283-92CD-1A5AAEE7CBF8}"/>
              </a:ext>
            </a:extLst>
          </p:cNvPr>
          <p:cNvPicPr>
            <a:picLocks noChangeAspect="1"/>
          </p:cNvPicPr>
          <p:nvPr/>
        </p:nvPicPr>
        <p:blipFill>
          <a:blip r:embed="rId2"/>
          <a:srcRect t="6538" b="9193"/>
          <a:stretch>
            <a:fillRect/>
          </a:stretch>
        </p:blipFill>
        <p:spPr>
          <a:xfrm>
            <a:off x="20" y="10"/>
            <a:ext cx="12191980" cy="6857985"/>
          </a:xfrm>
          <a:prstGeom prst="rect">
            <a:avLst/>
          </a:prstGeom>
        </p:spPr>
      </p:pic>
      <p:sp>
        <p:nvSpPr>
          <p:cNvPr id="61" name="Rectangle 60">
            <a:extLst>
              <a:ext uri="{FF2B5EF4-FFF2-40B4-BE49-F238E27FC236}">
                <a16:creationId xmlns:a16="http://schemas.microsoft.com/office/drawing/2014/main" id="{122AB34F-E75C-451A-8410-05B6C249E9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648484"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CD717FB-A142-0404-6B91-476647F5A5B2}"/>
              </a:ext>
            </a:extLst>
          </p:cNvPr>
          <p:cNvSpPr txBox="1"/>
          <p:nvPr/>
        </p:nvSpPr>
        <p:spPr>
          <a:xfrm>
            <a:off x="6638061" y="914400"/>
            <a:ext cx="4892948" cy="3427867"/>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gn="r">
              <a:spcBef>
                <a:spcPct val="0"/>
              </a:spcBef>
              <a:spcAft>
                <a:spcPts val="600"/>
              </a:spcAft>
            </a:pPr>
            <a:r>
              <a:rPr lang="en-US" sz="5400" b="1" kern="1200">
                <a:solidFill>
                  <a:srgbClr val="FFFFFF"/>
                </a:solidFill>
                <a:latin typeface="+mj-lt"/>
                <a:ea typeface="+mj-ea"/>
                <a:cs typeface="+mj-cs"/>
              </a:rPr>
              <a:t>Questions?</a:t>
            </a:r>
          </a:p>
        </p:txBody>
      </p:sp>
      <p:cxnSp>
        <p:nvCxnSpPr>
          <p:cNvPr id="63" name="Straight Connector 62">
            <a:extLst>
              <a:ext uri="{FF2B5EF4-FFF2-40B4-BE49-F238E27FC236}">
                <a16:creationId xmlns:a16="http://schemas.microsoft.com/office/drawing/2014/main" id="{97CC2FE6-3AD0-4131-B4BC-1F4D65E25E1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438375" y="48612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8400958"/>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otalTime>0</TotalTime>
  <Words>512</Words>
  <Application>Microsoft Office PowerPoint</Application>
  <PresentationFormat>Widescreen</PresentationFormat>
  <Paragraphs>59</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Grandview Display</vt:lpstr>
      <vt:lpstr>DashVTI</vt:lpstr>
      <vt:lpstr>GitHub and Cloud Templates  CYB260L | 2.1 In-class Activity</vt:lpstr>
      <vt:lpstr>Why GitHub Matters in Cloud Work</vt:lpstr>
      <vt:lpstr>Collaborative Benefits of GitHub</vt:lpstr>
      <vt:lpstr>GitHub for Non-Developers</vt:lpstr>
      <vt:lpstr>Scenario 1: Cloud Template Review</vt:lpstr>
      <vt:lpstr>Scenario 1 Explanation</vt:lpstr>
      <vt:lpstr>Scenario 2: IT Documentation Review</vt:lpstr>
      <vt:lpstr>Scenario 2 Explanation</vt:lpstr>
      <vt:lpstr>GitHub Benefits for Cloud Infrastructure 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Thomas Mulloy</dc:creator>
  <cp:lastModifiedBy>Faith Jones</cp:lastModifiedBy>
  <cp:revision>11</cp:revision>
  <dcterms:created xsi:type="dcterms:W3CDTF">2016-06-29T17:12:42Z</dcterms:created>
  <dcterms:modified xsi:type="dcterms:W3CDTF">2026-05-21T12:42:45Z</dcterms:modified>
</cp:coreProperties>
</file>
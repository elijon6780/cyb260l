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47C96B-0BF8-DDF9-C238-97A47058EEFE}" v="17" dt="2026-05-19T12:56:02.533"/>
    <p1510:client id="{3F6D9627-68A1-152E-FE64-589C96F6BC47}" v="23" dt="2026-05-19T15:18:34.310"/>
    <p1510:client id="{7CC5AF07-10B6-9B35-26A9-DC618DFB809D}" v="1271" dt="2026-05-20T13:15:33.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728D50-15CB-4FAA-B360-16016A936146}"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A56DD0FF-6601-4ADC-B2CA-3B15D885EB3B}">
      <dgm:prSet/>
      <dgm:spPr/>
      <dgm:t>
        <a:bodyPr/>
        <a:lstStyle/>
        <a:p>
          <a:r>
            <a:rPr lang="en-US"/>
            <a:t>Team creates an Azure infrastructure template</a:t>
          </a:r>
        </a:p>
      </dgm:t>
    </dgm:pt>
    <dgm:pt modelId="{59A5DE6C-EB66-489A-B102-98FFD4B2D618}" type="parTrans" cxnId="{CA0556DD-CA4B-4117-81F7-CD8EA3188798}">
      <dgm:prSet/>
      <dgm:spPr/>
      <dgm:t>
        <a:bodyPr/>
        <a:lstStyle/>
        <a:p>
          <a:endParaRPr lang="en-US"/>
        </a:p>
      </dgm:t>
    </dgm:pt>
    <dgm:pt modelId="{BAE515A8-2C2A-4D40-8A44-C77C73479508}" type="sibTrans" cxnId="{CA0556DD-CA4B-4117-81F7-CD8EA3188798}">
      <dgm:prSet phldrT="01" phldr="0"/>
      <dgm:spPr/>
      <dgm:t>
        <a:bodyPr/>
        <a:lstStyle/>
        <a:p>
          <a:r>
            <a:rPr lang="en-US"/>
            <a:t>01</a:t>
          </a:r>
        </a:p>
      </dgm:t>
    </dgm:pt>
    <dgm:pt modelId="{D5744946-46C1-442F-A8B4-09145A41058D}">
      <dgm:prSet/>
      <dgm:spPr/>
      <dgm:t>
        <a:bodyPr/>
        <a:lstStyle/>
        <a:p>
          <a:r>
            <a:rPr lang="en-US"/>
            <a:t>One person works on networking</a:t>
          </a:r>
        </a:p>
      </dgm:t>
    </dgm:pt>
    <dgm:pt modelId="{FC9A3042-3913-4C0B-946D-851D4415B8E9}" type="parTrans" cxnId="{CEC682FB-28C3-47D7-9B34-69B590ED4EE7}">
      <dgm:prSet/>
      <dgm:spPr/>
      <dgm:t>
        <a:bodyPr/>
        <a:lstStyle/>
        <a:p>
          <a:endParaRPr lang="en-US"/>
        </a:p>
      </dgm:t>
    </dgm:pt>
    <dgm:pt modelId="{E9049B7E-7A31-4363-A012-C85849B7C934}" type="sibTrans" cxnId="{CEC682FB-28C3-47D7-9B34-69B590ED4EE7}">
      <dgm:prSet phldrT="02" phldr="0"/>
      <dgm:spPr/>
      <dgm:t>
        <a:bodyPr/>
        <a:lstStyle/>
        <a:p>
          <a:r>
            <a:rPr lang="en-US"/>
            <a:t>02</a:t>
          </a:r>
        </a:p>
      </dgm:t>
    </dgm:pt>
    <dgm:pt modelId="{E0AA8E0F-46E0-427E-BE52-F434F61BD1C2}">
      <dgm:prSet/>
      <dgm:spPr/>
      <dgm:t>
        <a:bodyPr/>
        <a:lstStyle/>
        <a:p>
          <a:r>
            <a:rPr lang="en-US"/>
            <a:t>Another works on storage</a:t>
          </a:r>
        </a:p>
      </dgm:t>
    </dgm:pt>
    <dgm:pt modelId="{1F3B4150-90CF-41A1-AEE1-646CBA2A3584}" type="parTrans" cxnId="{38E614FA-C951-462E-A68C-468ED128AC53}">
      <dgm:prSet/>
      <dgm:spPr/>
      <dgm:t>
        <a:bodyPr/>
        <a:lstStyle/>
        <a:p>
          <a:endParaRPr lang="en-US"/>
        </a:p>
      </dgm:t>
    </dgm:pt>
    <dgm:pt modelId="{6A98548D-E918-4AA3-A048-9E0440278ECC}" type="sibTrans" cxnId="{38E614FA-C951-462E-A68C-468ED128AC53}">
      <dgm:prSet phldrT="03" phldr="0"/>
      <dgm:spPr/>
      <dgm:t>
        <a:bodyPr/>
        <a:lstStyle/>
        <a:p>
          <a:r>
            <a:rPr lang="en-US"/>
            <a:t>03</a:t>
          </a:r>
        </a:p>
      </dgm:t>
    </dgm:pt>
    <dgm:pt modelId="{EE6F2363-FEDC-4D49-865D-101D4D031CB8}">
      <dgm:prSet/>
      <dgm:spPr/>
      <dgm:t>
        <a:bodyPr/>
        <a:lstStyle/>
        <a:p>
          <a:r>
            <a:rPr lang="en-US"/>
            <a:t>And another writes documentation</a:t>
          </a:r>
        </a:p>
      </dgm:t>
    </dgm:pt>
    <dgm:pt modelId="{2A816DFC-86C9-4464-8384-245BBCBB18F1}" type="parTrans" cxnId="{3F95D412-A89D-437C-872E-46822D77C707}">
      <dgm:prSet/>
      <dgm:spPr/>
      <dgm:t>
        <a:bodyPr/>
        <a:lstStyle/>
        <a:p>
          <a:endParaRPr lang="en-US"/>
        </a:p>
      </dgm:t>
    </dgm:pt>
    <dgm:pt modelId="{A1EB919C-4EB3-4737-B8D8-C7F81FEABEFB}" type="sibTrans" cxnId="{3F95D412-A89D-437C-872E-46822D77C707}">
      <dgm:prSet phldrT="04" phldr="0"/>
      <dgm:spPr/>
      <dgm:t>
        <a:bodyPr/>
        <a:lstStyle/>
        <a:p>
          <a:r>
            <a:rPr lang="en-US"/>
            <a:t>04</a:t>
          </a:r>
        </a:p>
      </dgm:t>
    </dgm:pt>
    <dgm:pt modelId="{0EE3204F-9E04-465D-B3AC-7D44BB9BB82A}">
      <dgm:prSet/>
      <dgm:spPr/>
      <dgm:t>
        <a:bodyPr/>
        <a:lstStyle/>
        <a:p>
          <a:r>
            <a:rPr lang="en-US"/>
            <a:t>The group reviews the changes before merging</a:t>
          </a:r>
        </a:p>
      </dgm:t>
    </dgm:pt>
    <dgm:pt modelId="{110E902F-B8DB-4481-BD67-0BCDBBC6BC59}" type="parTrans" cxnId="{2FE8E422-6C02-4492-B9AA-8586E055C38B}">
      <dgm:prSet/>
      <dgm:spPr/>
      <dgm:t>
        <a:bodyPr/>
        <a:lstStyle/>
        <a:p>
          <a:endParaRPr lang="en-US"/>
        </a:p>
      </dgm:t>
    </dgm:pt>
    <dgm:pt modelId="{E2FCF1E2-07F3-44D3-A92A-D8B99D9C91E5}" type="sibTrans" cxnId="{2FE8E422-6C02-4492-B9AA-8586E055C38B}">
      <dgm:prSet phldrT="05" phldr="0"/>
      <dgm:spPr/>
      <dgm:t>
        <a:bodyPr/>
        <a:lstStyle/>
        <a:p>
          <a:r>
            <a:rPr lang="en-US"/>
            <a:t>05</a:t>
          </a:r>
        </a:p>
      </dgm:t>
    </dgm:pt>
    <dgm:pt modelId="{35A57478-6C4D-4AFC-A019-7C15BEF193EA}" type="pres">
      <dgm:prSet presAssocID="{C0728D50-15CB-4FAA-B360-16016A936146}" presName="Name0" presStyleCnt="0">
        <dgm:presLayoutVars>
          <dgm:animLvl val="lvl"/>
          <dgm:resizeHandles val="exact"/>
        </dgm:presLayoutVars>
      </dgm:prSet>
      <dgm:spPr/>
    </dgm:pt>
    <dgm:pt modelId="{008D1AE6-682E-4683-8DDF-C54B43A780C5}" type="pres">
      <dgm:prSet presAssocID="{A56DD0FF-6601-4ADC-B2CA-3B15D885EB3B}" presName="compositeNode" presStyleCnt="0">
        <dgm:presLayoutVars>
          <dgm:bulletEnabled val="1"/>
        </dgm:presLayoutVars>
      </dgm:prSet>
      <dgm:spPr/>
    </dgm:pt>
    <dgm:pt modelId="{BBB702FD-48C5-4F6F-BEC2-F3EFBC72390A}" type="pres">
      <dgm:prSet presAssocID="{A56DD0FF-6601-4ADC-B2CA-3B15D885EB3B}" presName="bgRect" presStyleLbl="alignNode1" presStyleIdx="0" presStyleCnt="5"/>
      <dgm:spPr/>
    </dgm:pt>
    <dgm:pt modelId="{D4418C8D-D17B-4296-BDAC-E71176066A39}" type="pres">
      <dgm:prSet presAssocID="{BAE515A8-2C2A-4D40-8A44-C77C73479508}" presName="sibTransNodeRect" presStyleLbl="alignNode1" presStyleIdx="0" presStyleCnt="5">
        <dgm:presLayoutVars>
          <dgm:chMax val="0"/>
          <dgm:bulletEnabled val="1"/>
        </dgm:presLayoutVars>
      </dgm:prSet>
      <dgm:spPr/>
    </dgm:pt>
    <dgm:pt modelId="{66288795-A002-46C3-BF2C-E4AAB9A6D23C}" type="pres">
      <dgm:prSet presAssocID="{A56DD0FF-6601-4ADC-B2CA-3B15D885EB3B}" presName="nodeRect" presStyleLbl="alignNode1" presStyleIdx="0" presStyleCnt="5">
        <dgm:presLayoutVars>
          <dgm:bulletEnabled val="1"/>
        </dgm:presLayoutVars>
      </dgm:prSet>
      <dgm:spPr/>
    </dgm:pt>
    <dgm:pt modelId="{01153514-1DDE-4915-A344-CC45E9C39665}" type="pres">
      <dgm:prSet presAssocID="{BAE515A8-2C2A-4D40-8A44-C77C73479508}" presName="sibTrans" presStyleCnt="0"/>
      <dgm:spPr/>
    </dgm:pt>
    <dgm:pt modelId="{5949A341-6E1B-461C-9ABE-B65CD8C006FE}" type="pres">
      <dgm:prSet presAssocID="{D5744946-46C1-442F-A8B4-09145A41058D}" presName="compositeNode" presStyleCnt="0">
        <dgm:presLayoutVars>
          <dgm:bulletEnabled val="1"/>
        </dgm:presLayoutVars>
      </dgm:prSet>
      <dgm:spPr/>
    </dgm:pt>
    <dgm:pt modelId="{B62940A7-8856-4E04-AF92-E0F18B4D5F46}" type="pres">
      <dgm:prSet presAssocID="{D5744946-46C1-442F-A8B4-09145A41058D}" presName="bgRect" presStyleLbl="alignNode1" presStyleIdx="1" presStyleCnt="5"/>
      <dgm:spPr/>
    </dgm:pt>
    <dgm:pt modelId="{E8B8DB0B-AFB1-4DB5-B93A-3D2B74453FFB}" type="pres">
      <dgm:prSet presAssocID="{E9049B7E-7A31-4363-A012-C85849B7C934}" presName="sibTransNodeRect" presStyleLbl="alignNode1" presStyleIdx="1" presStyleCnt="5">
        <dgm:presLayoutVars>
          <dgm:chMax val="0"/>
          <dgm:bulletEnabled val="1"/>
        </dgm:presLayoutVars>
      </dgm:prSet>
      <dgm:spPr/>
    </dgm:pt>
    <dgm:pt modelId="{36AF7482-6348-4ECD-90DA-62CAB7EA5ED6}" type="pres">
      <dgm:prSet presAssocID="{D5744946-46C1-442F-A8B4-09145A41058D}" presName="nodeRect" presStyleLbl="alignNode1" presStyleIdx="1" presStyleCnt="5">
        <dgm:presLayoutVars>
          <dgm:bulletEnabled val="1"/>
        </dgm:presLayoutVars>
      </dgm:prSet>
      <dgm:spPr/>
    </dgm:pt>
    <dgm:pt modelId="{F8258DF6-9CC8-49FB-8057-8AF9724F37C0}" type="pres">
      <dgm:prSet presAssocID="{E9049B7E-7A31-4363-A012-C85849B7C934}" presName="sibTrans" presStyleCnt="0"/>
      <dgm:spPr/>
    </dgm:pt>
    <dgm:pt modelId="{35B7064B-B101-4BF6-B130-67A720F990BC}" type="pres">
      <dgm:prSet presAssocID="{E0AA8E0F-46E0-427E-BE52-F434F61BD1C2}" presName="compositeNode" presStyleCnt="0">
        <dgm:presLayoutVars>
          <dgm:bulletEnabled val="1"/>
        </dgm:presLayoutVars>
      </dgm:prSet>
      <dgm:spPr/>
    </dgm:pt>
    <dgm:pt modelId="{71E56AA1-AC5F-4455-A854-B024C1B411B3}" type="pres">
      <dgm:prSet presAssocID="{E0AA8E0F-46E0-427E-BE52-F434F61BD1C2}" presName="bgRect" presStyleLbl="alignNode1" presStyleIdx="2" presStyleCnt="5"/>
      <dgm:spPr/>
    </dgm:pt>
    <dgm:pt modelId="{90E0ED3D-2BA8-4965-88DB-962A8939E566}" type="pres">
      <dgm:prSet presAssocID="{6A98548D-E918-4AA3-A048-9E0440278ECC}" presName="sibTransNodeRect" presStyleLbl="alignNode1" presStyleIdx="2" presStyleCnt="5">
        <dgm:presLayoutVars>
          <dgm:chMax val="0"/>
          <dgm:bulletEnabled val="1"/>
        </dgm:presLayoutVars>
      </dgm:prSet>
      <dgm:spPr/>
    </dgm:pt>
    <dgm:pt modelId="{65F0512D-0C37-4640-81B6-5C95B3595056}" type="pres">
      <dgm:prSet presAssocID="{E0AA8E0F-46E0-427E-BE52-F434F61BD1C2}" presName="nodeRect" presStyleLbl="alignNode1" presStyleIdx="2" presStyleCnt="5">
        <dgm:presLayoutVars>
          <dgm:bulletEnabled val="1"/>
        </dgm:presLayoutVars>
      </dgm:prSet>
      <dgm:spPr/>
    </dgm:pt>
    <dgm:pt modelId="{9AD01F3F-6912-459F-8C6C-9A729731B795}" type="pres">
      <dgm:prSet presAssocID="{6A98548D-E918-4AA3-A048-9E0440278ECC}" presName="sibTrans" presStyleCnt="0"/>
      <dgm:spPr/>
    </dgm:pt>
    <dgm:pt modelId="{E890FA90-F899-4A30-8B4C-3D0B2AF6E54E}" type="pres">
      <dgm:prSet presAssocID="{EE6F2363-FEDC-4D49-865D-101D4D031CB8}" presName="compositeNode" presStyleCnt="0">
        <dgm:presLayoutVars>
          <dgm:bulletEnabled val="1"/>
        </dgm:presLayoutVars>
      </dgm:prSet>
      <dgm:spPr/>
    </dgm:pt>
    <dgm:pt modelId="{3DA82C3C-5A6E-4605-A0F9-C17598339A59}" type="pres">
      <dgm:prSet presAssocID="{EE6F2363-FEDC-4D49-865D-101D4D031CB8}" presName="bgRect" presStyleLbl="alignNode1" presStyleIdx="3" presStyleCnt="5"/>
      <dgm:spPr/>
    </dgm:pt>
    <dgm:pt modelId="{E6ECEE9E-B7EE-4099-9B9C-472D141D7619}" type="pres">
      <dgm:prSet presAssocID="{A1EB919C-4EB3-4737-B8D8-C7F81FEABEFB}" presName="sibTransNodeRect" presStyleLbl="alignNode1" presStyleIdx="3" presStyleCnt="5">
        <dgm:presLayoutVars>
          <dgm:chMax val="0"/>
          <dgm:bulletEnabled val="1"/>
        </dgm:presLayoutVars>
      </dgm:prSet>
      <dgm:spPr/>
    </dgm:pt>
    <dgm:pt modelId="{44BB4400-4DED-41DF-9F59-007C677C534D}" type="pres">
      <dgm:prSet presAssocID="{EE6F2363-FEDC-4D49-865D-101D4D031CB8}" presName="nodeRect" presStyleLbl="alignNode1" presStyleIdx="3" presStyleCnt="5">
        <dgm:presLayoutVars>
          <dgm:bulletEnabled val="1"/>
        </dgm:presLayoutVars>
      </dgm:prSet>
      <dgm:spPr/>
    </dgm:pt>
    <dgm:pt modelId="{F500C6CF-40B4-4EAF-B812-F2A0C373614F}" type="pres">
      <dgm:prSet presAssocID="{A1EB919C-4EB3-4737-B8D8-C7F81FEABEFB}" presName="sibTrans" presStyleCnt="0"/>
      <dgm:spPr/>
    </dgm:pt>
    <dgm:pt modelId="{110B6BE0-929D-4E2D-897F-87BEAAFF1969}" type="pres">
      <dgm:prSet presAssocID="{0EE3204F-9E04-465D-B3AC-7D44BB9BB82A}" presName="compositeNode" presStyleCnt="0">
        <dgm:presLayoutVars>
          <dgm:bulletEnabled val="1"/>
        </dgm:presLayoutVars>
      </dgm:prSet>
      <dgm:spPr/>
    </dgm:pt>
    <dgm:pt modelId="{CEB68A6D-0C7D-4A49-B309-C667A52E061F}" type="pres">
      <dgm:prSet presAssocID="{0EE3204F-9E04-465D-B3AC-7D44BB9BB82A}" presName="bgRect" presStyleLbl="alignNode1" presStyleIdx="4" presStyleCnt="5"/>
      <dgm:spPr/>
    </dgm:pt>
    <dgm:pt modelId="{40DCABEF-8A59-468B-8287-37AFF687AF97}" type="pres">
      <dgm:prSet presAssocID="{E2FCF1E2-07F3-44D3-A92A-D8B99D9C91E5}" presName="sibTransNodeRect" presStyleLbl="alignNode1" presStyleIdx="4" presStyleCnt="5">
        <dgm:presLayoutVars>
          <dgm:chMax val="0"/>
          <dgm:bulletEnabled val="1"/>
        </dgm:presLayoutVars>
      </dgm:prSet>
      <dgm:spPr/>
    </dgm:pt>
    <dgm:pt modelId="{4763D81A-DE4B-49AE-972B-E4BA19C47E62}" type="pres">
      <dgm:prSet presAssocID="{0EE3204F-9E04-465D-B3AC-7D44BB9BB82A}" presName="nodeRect" presStyleLbl="alignNode1" presStyleIdx="4" presStyleCnt="5">
        <dgm:presLayoutVars>
          <dgm:bulletEnabled val="1"/>
        </dgm:presLayoutVars>
      </dgm:prSet>
      <dgm:spPr/>
    </dgm:pt>
  </dgm:ptLst>
  <dgm:cxnLst>
    <dgm:cxn modelId="{1D391C06-8779-4310-B184-0935588AF641}" type="presOf" srcId="{E2FCF1E2-07F3-44D3-A92A-D8B99D9C91E5}" destId="{40DCABEF-8A59-468B-8287-37AFF687AF97}" srcOrd="0" destOrd="0" presId="urn:microsoft.com/office/officeart/2016/7/layout/LinearBlockProcessNumbered"/>
    <dgm:cxn modelId="{86F52E0C-69E1-44F0-B771-44AE24C3E74B}" type="presOf" srcId="{EE6F2363-FEDC-4D49-865D-101D4D031CB8}" destId="{3DA82C3C-5A6E-4605-A0F9-C17598339A59}" srcOrd="0" destOrd="0" presId="urn:microsoft.com/office/officeart/2016/7/layout/LinearBlockProcessNumbered"/>
    <dgm:cxn modelId="{BA213212-9025-46F8-81EF-19D4A5EA2C3B}" type="presOf" srcId="{0EE3204F-9E04-465D-B3AC-7D44BB9BB82A}" destId="{CEB68A6D-0C7D-4A49-B309-C667A52E061F}" srcOrd="0" destOrd="0" presId="urn:microsoft.com/office/officeart/2016/7/layout/LinearBlockProcessNumbered"/>
    <dgm:cxn modelId="{3F95D412-A89D-437C-872E-46822D77C707}" srcId="{C0728D50-15CB-4FAA-B360-16016A936146}" destId="{EE6F2363-FEDC-4D49-865D-101D4D031CB8}" srcOrd="3" destOrd="0" parTransId="{2A816DFC-86C9-4464-8384-245BBCBB18F1}" sibTransId="{A1EB919C-4EB3-4737-B8D8-C7F81FEABEFB}"/>
    <dgm:cxn modelId="{306C551E-91E8-411F-A739-0310420F1049}" type="presOf" srcId="{A56DD0FF-6601-4ADC-B2CA-3B15D885EB3B}" destId="{BBB702FD-48C5-4F6F-BEC2-F3EFBC72390A}" srcOrd="0" destOrd="0" presId="urn:microsoft.com/office/officeart/2016/7/layout/LinearBlockProcessNumbered"/>
    <dgm:cxn modelId="{2FE8E422-6C02-4492-B9AA-8586E055C38B}" srcId="{C0728D50-15CB-4FAA-B360-16016A936146}" destId="{0EE3204F-9E04-465D-B3AC-7D44BB9BB82A}" srcOrd="4" destOrd="0" parTransId="{110E902F-B8DB-4481-BD67-0BCDBBC6BC59}" sibTransId="{E2FCF1E2-07F3-44D3-A92A-D8B99D9C91E5}"/>
    <dgm:cxn modelId="{DB30462C-46AB-442D-808A-C1F85360EFFF}" type="presOf" srcId="{E0AA8E0F-46E0-427E-BE52-F434F61BD1C2}" destId="{71E56AA1-AC5F-4455-A854-B024C1B411B3}" srcOrd="0" destOrd="0" presId="urn:microsoft.com/office/officeart/2016/7/layout/LinearBlockProcessNumbered"/>
    <dgm:cxn modelId="{A1724975-FDFA-428D-8363-EE3318455221}" type="presOf" srcId="{A1EB919C-4EB3-4737-B8D8-C7F81FEABEFB}" destId="{E6ECEE9E-B7EE-4099-9B9C-472D141D7619}" srcOrd="0" destOrd="0" presId="urn:microsoft.com/office/officeart/2016/7/layout/LinearBlockProcessNumbered"/>
    <dgm:cxn modelId="{4AC1ECAD-3D46-4C98-82CB-6F686DECA638}" type="presOf" srcId="{E9049B7E-7A31-4363-A012-C85849B7C934}" destId="{E8B8DB0B-AFB1-4DB5-B93A-3D2B74453FFB}" srcOrd="0" destOrd="0" presId="urn:microsoft.com/office/officeart/2016/7/layout/LinearBlockProcessNumbered"/>
    <dgm:cxn modelId="{4F9558B3-D494-4DF3-A567-416995D19D45}" type="presOf" srcId="{D5744946-46C1-442F-A8B4-09145A41058D}" destId="{B62940A7-8856-4E04-AF92-E0F18B4D5F46}" srcOrd="0" destOrd="0" presId="urn:microsoft.com/office/officeart/2016/7/layout/LinearBlockProcessNumbered"/>
    <dgm:cxn modelId="{29D3D9BB-0656-49BD-90E3-9239A19920FC}" type="presOf" srcId="{D5744946-46C1-442F-A8B4-09145A41058D}" destId="{36AF7482-6348-4ECD-90DA-62CAB7EA5ED6}" srcOrd="1" destOrd="0" presId="urn:microsoft.com/office/officeart/2016/7/layout/LinearBlockProcessNumbered"/>
    <dgm:cxn modelId="{C49E3FC4-69BA-43B2-B071-E32F586B7A0A}" type="presOf" srcId="{C0728D50-15CB-4FAA-B360-16016A936146}" destId="{35A57478-6C4D-4AFC-A019-7C15BEF193EA}" srcOrd="0" destOrd="0" presId="urn:microsoft.com/office/officeart/2016/7/layout/LinearBlockProcessNumbered"/>
    <dgm:cxn modelId="{039352C9-6DDD-4677-8BB3-C9F98E504C66}" type="presOf" srcId="{A56DD0FF-6601-4ADC-B2CA-3B15D885EB3B}" destId="{66288795-A002-46C3-BF2C-E4AAB9A6D23C}" srcOrd="1" destOrd="0" presId="urn:microsoft.com/office/officeart/2016/7/layout/LinearBlockProcessNumbered"/>
    <dgm:cxn modelId="{ED7386CC-2B77-4EA3-9346-19CA76EBC3A0}" type="presOf" srcId="{E0AA8E0F-46E0-427E-BE52-F434F61BD1C2}" destId="{65F0512D-0C37-4640-81B6-5C95B3595056}" srcOrd="1" destOrd="0" presId="urn:microsoft.com/office/officeart/2016/7/layout/LinearBlockProcessNumbered"/>
    <dgm:cxn modelId="{086321CD-5576-4D73-B800-7C92A44BD02A}" type="presOf" srcId="{0EE3204F-9E04-465D-B3AC-7D44BB9BB82A}" destId="{4763D81A-DE4B-49AE-972B-E4BA19C47E62}" srcOrd="1" destOrd="0" presId="urn:microsoft.com/office/officeart/2016/7/layout/LinearBlockProcessNumbered"/>
    <dgm:cxn modelId="{F10E58D0-04EC-4B7A-A983-C2E9568477B6}" type="presOf" srcId="{6A98548D-E918-4AA3-A048-9E0440278ECC}" destId="{90E0ED3D-2BA8-4965-88DB-962A8939E566}" srcOrd="0" destOrd="0" presId="urn:microsoft.com/office/officeart/2016/7/layout/LinearBlockProcessNumbered"/>
    <dgm:cxn modelId="{1B3468D8-5F28-4740-9632-D2AD7B1898D3}" type="presOf" srcId="{EE6F2363-FEDC-4D49-865D-101D4D031CB8}" destId="{44BB4400-4DED-41DF-9F59-007C677C534D}" srcOrd="1" destOrd="0" presId="urn:microsoft.com/office/officeart/2016/7/layout/LinearBlockProcessNumbered"/>
    <dgm:cxn modelId="{CA0556DD-CA4B-4117-81F7-CD8EA3188798}" srcId="{C0728D50-15CB-4FAA-B360-16016A936146}" destId="{A56DD0FF-6601-4ADC-B2CA-3B15D885EB3B}" srcOrd="0" destOrd="0" parTransId="{59A5DE6C-EB66-489A-B102-98FFD4B2D618}" sibTransId="{BAE515A8-2C2A-4D40-8A44-C77C73479508}"/>
    <dgm:cxn modelId="{636845F6-F43B-429B-BC0E-ABE3BE44D716}" type="presOf" srcId="{BAE515A8-2C2A-4D40-8A44-C77C73479508}" destId="{D4418C8D-D17B-4296-BDAC-E71176066A39}" srcOrd="0" destOrd="0" presId="urn:microsoft.com/office/officeart/2016/7/layout/LinearBlockProcessNumbered"/>
    <dgm:cxn modelId="{38E614FA-C951-462E-A68C-468ED128AC53}" srcId="{C0728D50-15CB-4FAA-B360-16016A936146}" destId="{E0AA8E0F-46E0-427E-BE52-F434F61BD1C2}" srcOrd="2" destOrd="0" parTransId="{1F3B4150-90CF-41A1-AEE1-646CBA2A3584}" sibTransId="{6A98548D-E918-4AA3-A048-9E0440278ECC}"/>
    <dgm:cxn modelId="{CEC682FB-28C3-47D7-9B34-69B590ED4EE7}" srcId="{C0728D50-15CB-4FAA-B360-16016A936146}" destId="{D5744946-46C1-442F-A8B4-09145A41058D}" srcOrd="1" destOrd="0" parTransId="{FC9A3042-3913-4C0B-946D-851D4415B8E9}" sibTransId="{E9049B7E-7A31-4363-A012-C85849B7C934}"/>
    <dgm:cxn modelId="{C24F57C4-3771-49A0-AB87-FEBB2DFAD429}" type="presParOf" srcId="{35A57478-6C4D-4AFC-A019-7C15BEF193EA}" destId="{008D1AE6-682E-4683-8DDF-C54B43A780C5}" srcOrd="0" destOrd="0" presId="urn:microsoft.com/office/officeart/2016/7/layout/LinearBlockProcessNumbered"/>
    <dgm:cxn modelId="{66044808-0527-4248-8993-622A58EAC0BE}" type="presParOf" srcId="{008D1AE6-682E-4683-8DDF-C54B43A780C5}" destId="{BBB702FD-48C5-4F6F-BEC2-F3EFBC72390A}" srcOrd="0" destOrd="0" presId="urn:microsoft.com/office/officeart/2016/7/layout/LinearBlockProcessNumbered"/>
    <dgm:cxn modelId="{480DC901-48C9-4FCC-BF10-794B2A3507A9}" type="presParOf" srcId="{008D1AE6-682E-4683-8DDF-C54B43A780C5}" destId="{D4418C8D-D17B-4296-BDAC-E71176066A39}" srcOrd="1" destOrd="0" presId="urn:microsoft.com/office/officeart/2016/7/layout/LinearBlockProcessNumbered"/>
    <dgm:cxn modelId="{501E583E-FC1E-4A46-B2DD-AA2D9F1F8431}" type="presParOf" srcId="{008D1AE6-682E-4683-8DDF-C54B43A780C5}" destId="{66288795-A002-46C3-BF2C-E4AAB9A6D23C}" srcOrd="2" destOrd="0" presId="urn:microsoft.com/office/officeart/2016/7/layout/LinearBlockProcessNumbered"/>
    <dgm:cxn modelId="{CB7FE4A2-076B-4CCF-BDE5-3EE01C02B181}" type="presParOf" srcId="{35A57478-6C4D-4AFC-A019-7C15BEF193EA}" destId="{01153514-1DDE-4915-A344-CC45E9C39665}" srcOrd="1" destOrd="0" presId="urn:microsoft.com/office/officeart/2016/7/layout/LinearBlockProcessNumbered"/>
    <dgm:cxn modelId="{4CCB0CBD-F278-4F5A-9E02-C5A67FDCE00D}" type="presParOf" srcId="{35A57478-6C4D-4AFC-A019-7C15BEF193EA}" destId="{5949A341-6E1B-461C-9ABE-B65CD8C006FE}" srcOrd="2" destOrd="0" presId="urn:microsoft.com/office/officeart/2016/7/layout/LinearBlockProcessNumbered"/>
    <dgm:cxn modelId="{F9DADCB6-848A-4CD6-A241-225E82C5F3E5}" type="presParOf" srcId="{5949A341-6E1B-461C-9ABE-B65CD8C006FE}" destId="{B62940A7-8856-4E04-AF92-E0F18B4D5F46}" srcOrd="0" destOrd="0" presId="urn:microsoft.com/office/officeart/2016/7/layout/LinearBlockProcessNumbered"/>
    <dgm:cxn modelId="{A930DCA1-DD46-4468-9CFA-D66AA4B06E31}" type="presParOf" srcId="{5949A341-6E1B-461C-9ABE-B65CD8C006FE}" destId="{E8B8DB0B-AFB1-4DB5-B93A-3D2B74453FFB}" srcOrd="1" destOrd="0" presId="urn:microsoft.com/office/officeart/2016/7/layout/LinearBlockProcessNumbered"/>
    <dgm:cxn modelId="{3DB8BD45-E593-492A-84EF-BC10893345B2}" type="presParOf" srcId="{5949A341-6E1B-461C-9ABE-B65CD8C006FE}" destId="{36AF7482-6348-4ECD-90DA-62CAB7EA5ED6}" srcOrd="2" destOrd="0" presId="urn:microsoft.com/office/officeart/2016/7/layout/LinearBlockProcessNumbered"/>
    <dgm:cxn modelId="{2EFB39F3-AFA4-44E9-AECF-189EED6422DD}" type="presParOf" srcId="{35A57478-6C4D-4AFC-A019-7C15BEF193EA}" destId="{F8258DF6-9CC8-49FB-8057-8AF9724F37C0}" srcOrd="3" destOrd="0" presId="urn:microsoft.com/office/officeart/2016/7/layout/LinearBlockProcessNumbered"/>
    <dgm:cxn modelId="{8C002CAB-8F77-4A78-92D2-7C977C8C61B1}" type="presParOf" srcId="{35A57478-6C4D-4AFC-A019-7C15BEF193EA}" destId="{35B7064B-B101-4BF6-B130-67A720F990BC}" srcOrd="4" destOrd="0" presId="urn:microsoft.com/office/officeart/2016/7/layout/LinearBlockProcessNumbered"/>
    <dgm:cxn modelId="{CC946790-AB57-4B06-9817-E844DEA34056}" type="presParOf" srcId="{35B7064B-B101-4BF6-B130-67A720F990BC}" destId="{71E56AA1-AC5F-4455-A854-B024C1B411B3}" srcOrd="0" destOrd="0" presId="urn:microsoft.com/office/officeart/2016/7/layout/LinearBlockProcessNumbered"/>
    <dgm:cxn modelId="{8E6ECEFC-BEA1-472A-B45C-9A5BFFCAF049}" type="presParOf" srcId="{35B7064B-B101-4BF6-B130-67A720F990BC}" destId="{90E0ED3D-2BA8-4965-88DB-962A8939E566}" srcOrd="1" destOrd="0" presId="urn:microsoft.com/office/officeart/2016/7/layout/LinearBlockProcessNumbered"/>
    <dgm:cxn modelId="{601A2677-5688-4446-8ED6-956CED5FD72F}" type="presParOf" srcId="{35B7064B-B101-4BF6-B130-67A720F990BC}" destId="{65F0512D-0C37-4640-81B6-5C95B3595056}" srcOrd="2" destOrd="0" presId="urn:microsoft.com/office/officeart/2016/7/layout/LinearBlockProcessNumbered"/>
    <dgm:cxn modelId="{73FB6283-F171-47CD-A754-D0077BB769B2}" type="presParOf" srcId="{35A57478-6C4D-4AFC-A019-7C15BEF193EA}" destId="{9AD01F3F-6912-459F-8C6C-9A729731B795}" srcOrd="5" destOrd="0" presId="urn:microsoft.com/office/officeart/2016/7/layout/LinearBlockProcessNumbered"/>
    <dgm:cxn modelId="{21576B3C-0DE0-435F-BD1F-85C96DE6B05B}" type="presParOf" srcId="{35A57478-6C4D-4AFC-A019-7C15BEF193EA}" destId="{E890FA90-F899-4A30-8B4C-3D0B2AF6E54E}" srcOrd="6" destOrd="0" presId="urn:microsoft.com/office/officeart/2016/7/layout/LinearBlockProcessNumbered"/>
    <dgm:cxn modelId="{DED24945-A08A-4B20-B678-0BB86C710767}" type="presParOf" srcId="{E890FA90-F899-4A30-8B4C-3D0B2AF6E54E}" destId="{3DA82C3C-5A6E-4605-A0F9-C17598339A59}" srcOrd="0" destOrd="0" presId="urn:microsoft.com/office/officeart/2016/7/layout/LinearBlockProcessNumbered"/>
    <dgm:cxn modelId="{A02DD1B6-8EA2-43C8-98BF-9F4ED39BBEDB}" type="presParOf" srcId="{E890FA90-F899-4A30-8B4C-3D0B2AF6E54E}" destId="{E6ECEE9E-B7EE-4099-9B9C-472D141D7619}" srcOrd="1" destOrd="0" presId="urn:microsoft.com/office/officeart/2016/7/layout/LinearBlockProcessNumbered"/>
    <dgm:cxn modelId="{CBFDFC93-D530-42FC-900A-3DB28F25E4ED}" type="presParOf" srcId="{E890FA90-F899-4A30-8B4C-3D0B2AF6E54E}" destId="{44BB4400-4DED-41DF-9F59-007C677C534D}" srcOrd="2" destOrd="0" presId="urn:microsoft.com/office/officeart/2016/7/layout/LinearBlockProcessNumbered"/>
    <dgm:cxn modelId="{DB5CB53F-2B16-419E-9D07-B5D5AE7142E8}" type="presParOf" srcId="{35A57478-6C4D-4AFC-A019-7C15BEF193EA}" destId="{F500C6CF-40B4-4EAF-B812-F2A0C373614F}" srcOrd="7" destOrd="0" presId="urn:microsoft.com/office/officeart/2016/7/layout/LinearBlockProcessNumbered"/>
    <dgm:cxn modelId="{5F97F2D5-D152-465F-8E16-564EA6C16B61}" type="presParOf" srcId="{35A57478-6C4D-4AFC-A019-7C15BEF193EA}" destId="{110B6BE0-929D-4E2D-897F-87BEAAFF1969}" srcOrd="8" destOrd="0" presId="urn:microsoft.com/office/officeart/2016/7/layout/LinearBlockProcessNumbered"/>
    <dgm:cxn modelId="{A0EB5A9D-CD56-40ED-AC84-40FF6338564D}" type="presParOf" srcId="{110B6BE0-929D-4E2D-897F-87BEAAFF1969}" destId="{CEB68A6D-0C7D-4A49-B309-C667A52E061F}" srcOrd="0" destOrd="0" presId="urn:microsoft.com/office/officeart/2016/7/layout/LinearBlockProcessNumbered"/>
    <dgm:cxn modelId="{C2DE6C8F-D48E-4DF7-9DF5-7D44EDA6A00F}" type="presParOf" srcId="{110B6BE0-929D-4E2D-897F-87BEAAFF1969}" destId="{40DCABEF-8A59-468B-8287-37AFF687AF97}" srcOrd="1" destOrd="0" presId="urn:microsoft.com/office/officeart/2016/7/layout/LinearBlockProcessNumbered"/>
    <dgm:cxn modelId="{4DF5C647-2583-4B27-9F94-AD11189C1732}" type="presParOf" srcId="{110B6BE0-929D-4E2D-897F-87BEAAFF1969}" destId="{4763D81A-DE4B-49AE-972B-E4BA19C47E62}"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EEE668-E4A6-4203-A9F3-E1E221B917C4}"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878BB394-7CF8-4015-89E7-D53E71D5D6C3}">
      <dgm:prSet/>
      <dgm:spPr/>
      <dgm:t>
        <a:bodyPr/>
        <a:lstStyle/>
        <a:p>
          <a:r>
            <a:rPr lang="en-US"/>
            <a:t>Team creates a shared IT documentation repository</a:t>
          </a:r>
        </a:p>
      </dgm:t>
    </dgm:pt>
    <dgm:pt modelId="{AEA1F79D-1C5D-41AB-B2CA-441CA52D4C23}" type="parTrans" cxnId="{428640A5-33FD-41D8-8583-467E2C12019B}">
      <dgm:prSet/>
      <dgm:spPr/>
      <dgm:t>
        <a:bodyPr/>
        <a:lstStyle/>
        <a:p>
          <a:endParaRPr lang="en-US"/>
        </a:p>
      </dgm:t>
    </dgm:pt>
    <dgm:pt modelId="{2B95728A-69B7-4322-BD3A-5A12503592AD}" type="sibTrans" cxnId="{428640A5-33FD-41D8-8583-467E2C12019B}">
      <dgm:prSet phldrT="01" phldr="0"/>
      <dgm:spPr/>
      <dgm:t>
        <a:bodyPr/>
        <a:lstStyle/>
        <a:p>
          <a:r>
            <a:rPr lang="en-US"/>
            <a:t>01</a:t>
          </a:r>
        </a:p>
      </dgm:t>
    </dgm:pt>
    <dgm:pt modelId="{E72BB7BC-0F1E-433B-AE89-4214F9BA7B60}">
      <dgm:prSet/>
      <dgm:spPr/>
      <dgm:t>
        <a:bodyPr/>
        <a:lstStyle/>
        <a:p>
          <a:r>
            <a:rPr lang="en-US"/>
            <a:t>One person writes troubleshooting steps</a:t>
          </a:r>
        </a:p>
      </dgm:t>
    </dgm:pt>
    <dgm:pt modelId="{ABFCA446-FE58-4F02-AB02-1D0F51B378E8}" type="parTrans" cxnId="{CD7E1FA5-F26A-47A4-8EA9-AED225C9A6E1}">
      <dgm:prSet/>
      <dgm:spPr/>
      <dgm:t>
        <a:bodyPr/>
        <a:lstStyle/>
        <a:p>
          <a:endParaRPr lang="en-US"/>
        </a:p>
      </dgm:t>
    </dgm:pt>
    <dgm:pt modelId="{ECE21C32-5673-47B8-9883-0963A14221B4}" type="sibTrans" cxnId="{CD7E1FA5-F26A-47A4-8EA9-AED225C9A6E1}">
      <dgm:prSet phldrT="02" phldr="0"/>
      <dgm:spPr/>
      <dgm:t>
        <a:bodyPr/>
        <a:lstStyle/>
        <a:p>
          <a:r>
            <a:rPr lang="en-US"/>
            <a:t>02</a:t>
          </a:r>
        </a:p>
      </dgm:t>
    </dgm:pt>
    <dgm:pt modelId="{5B5A921D-2E4F-4AAA-BDD5-917130A27F04}">
      <dgm:prSet/>
      <dgm:spPr/>
      <dgm:t>
        <a:bodyPr/>
        <a:lstStyle/>
        <a:p>
          <a:r>
            <a:rPr lang="en-US"/>
            <a:t>Another updates cloud setup instructions</a:t>
          </a:r>
        </a:p>
      </dgm:t>
    </dgm:pt>
    <dgm:pt modelId="{F0403784-8507-413E-B8D9-8DD4725FECDC}" type="parTrans" cxnId="{DB54FC28-B6E3-469F-A4B6-FC31D69F4818}">
      <dgm:prSet/>
      <dgm:spPr/>
      <dgm:t>
        <a:bodyPr/>
        <a:lstStyle/>
        <a:p>
          <a:endParaRPr lang="en-US"/>
        </a:p>
      </dgm:t>
    </dgm:pt>
    <dgm:pt modelId="{106A8F70-0924-4081-A06A-85166E1F62D5}" type="sibTrans" cxnId="{DB54FC28-B6E3-469F-A4B6-FC31D69F4818}">
      <dgm:prSet phldrT="03" phldr="0"/>
      <dgm:spPr/>
      <dgm:t>
        <a:bodyPr/>
        <a:lstStyle/>
        <a:p>
          <a:r>
            <a:rPr lang="en-US"/>
            <a:t>03</a:t>
          </a:r>
        </a:p>
      </dgm:t>
    </dgm:pt>
    <dgm:pt modelId="{5F0BBB16-4351-4A3F-B866-DC6A06576E3D}">
      <dgm:prSet/>
      <dgm:spPr/>
      <dgm:t>
        <a:bodyPr/>
        <a:lstStyle/>
        <a:p>
          <a:r>
            <a:rPr lang="en-US"/>
            <a:t>Another reviews security procedures</a:t>
          </a:r>
        </a:p>
      </dgm:t>
    </dgm:pt>
    <dgm:pt modelId="{533D5D94-6271-44EE-8E55-70919F26C7D9}" type="parTrans" cxnId="{C2432051-435F-42AF-9A60-C8897ED1FBC3}">
      <dgm:prSet/>
      <dgm:spPr/>
      <dgm:t>
        <a:bodyPr/>
        <a:lstStyle/>
        <a:p>
          <a:endParaRPr lang="en-US"/>
        </a:p>
      </dgm:t>
    </dgm:pt>
    <dgm:pt modelId="{02D2FF69-08EE-43F5-9095-EA9E6AA12E74}" type="sibTrans" cxnId="{C2432051-435F-42AF-9A60-C8897ED1FBC3}">
      <dgm:prSet phldrT="04" phldr="0"/>
      <dgm:spPr/>
      <dgm:t>
        <a:bodyPr/>
        <a:lstStyle/>
        <a:p>
          <a:r>
            <a:rPr lang="en-US"/>
            <a:t>04</a:t>
          </a:r>
        </a:p>
      </dgm:t>
    </dgm:pt>
    <dgm:pt modelId="{125FBCF8-75EB-4282-9D4D-1CC575BBA5BA}">
      <dgm:prSet/>
      <dgm:spPr/>
      <dgm:t>
        <a:bodyPr/>
        <a:lstStyle/>
        <a:p>
          <a:r>
            <a:rPr lang="en-US"/>
            <a:t>The group approves the final documentation</a:t>
          </a:r>
        </a:p>
      </dgm:t>
    </dgm:pt>
    <dgm:pt modelId="{6F958FB4-D772-4586-B435-59936B4A3837}" type="parTrans" cxnId="{C698E09A-2E4E-43DB-96E8-9F59DC143FBF}">
      <dgm:prSet/>
      <dgm:spPr/>
      <dgm:t>
        <a:bodyPr/>
        <a:lstStyle/>
        <a:p>
          <a:endParaRPr lang="en-US"/>
        </a:p>
      </dgm:t>
    </dgm:pt>
    <dgm:pt modelId="{E8C64CB8-8BC9-4106-AF58-318704C5938F}" type="sibTrans" cxnId="{C698E09A-2E4E-43DB-96E8-9F59DC143FBF}">
      <dgm:prSet phldrT="05" phldr="0"/>
      <dgm:spPr/>
      <dgm:t>
        <a:bodyPr/>
        <a:lstStyle/>
        <a:p>
          <a:r>
            <a:rPr lang="en-US"/>
            <a:t>05</a:t>
          </a:r>
        </a:p>
      </dgm:t>
    </dgm:pt>
    <dgm:pt modelId="{D6EE2CF9-3629-4D61-8585-1FA146D33403}" type="pres">
      <dgm:prSet presAssocID="{B6EEE668-E4A6-4203-A9F3-E1E221B917C4}" presName="Name0" presStyleCnt="0">
        <dgm:presLayoutVars>
          <dgm:animLvl val="lvl"/>
          <dgm:resizeHandles val="exact"/>
        </dgm:presLayoutVars>
      </dgm:prSet>
      <dgm:spPr/>
    </dgm:pt>
    <dgm:pt modelId="{0325BCF2-05A0-4A3F-B364-8E636979A900}" type="pres">
      <dgm:prSet presAssocID="{878BB394-7CF8-4015-89E7-D53E71D5D6C3}" presName="compositeNode" presStyleCnt="0">
        <dgm:presLayoutVars>
          <dgm:bulletEnabled val="1"/>
        </dgm:presLayoutVars>
      </dgm:prSet>
      <dgm:spPr/>
    </dgm:pt>
    <dgm:pt modelId="{EED97F74-2AED-4743-9A0A-DC708BF419D8}" type="pres">
      <dgm:prSet presAssocID="{878BB394-7CF8-4015-89E7-D53E71D5D6C3}" presName="bgRect" presStyleLbl="alignNode1" presStyleIdx="0" presStyleCnt="5"/>
      <dgm:spPr/>
    </dgm:pt>
    <dgm:pt modelId="{5610DD1D-8386-4995-8011-5A644448A24C}" type="pres">
      <dgm:prSet presAssocID="{2B95728A-69B7-4322-BD3A-5A12503592AD}" presName="sibTransNodeRect" presStyleLbl="alignNode1" presStyleIdx="0" presStyleCnt="5">
        <dgm:presLayoutVars>
          <dgm:chMax val="0"/>
          <dgm:bulletEnabled val="1"/>
        </dgm:presLayoutVars>
      </dgm:prSet>
      <dgm:spPr/>
    </dgm:pt>
    <dgm:pt modelId="{4155CE81-3834-4782-AB99-48C04750584C}" type="pres">
      <dgm:prSet presAssocID="{878BB394-7CF8-4015-89E7-D53E71D5D6C3}" presName="nodeRect" presStyleLbl="alignNode1" presStyleIdx="0" presStyleCnt="5">
        <dgm:presLayoutVars>
          <dgm:bulletEnabled val="1"/>
        </dgm:presLayoutVars>
      </dgm:prSet>
      <dgm:spPr/>
    </dgm:pt>
    <dgm:pt modelId="{60D05CD8-6EC2-4E2B-A68E-D662CE0784D1}" type="pres">
      <dgm:prSet presAssocID="{2B95728A-69B7-4322-BD3A-5A12503592AD}" presName="sibTrans" presStyleCnt="0"/>
      <dgm:spPr/>
    </dgm:pt>
    <dgm:pt modelId="{5766775B-D798-47FD-B218-5B155EE1C88D}" type="pres">
      <dgm:prSet presAssocID="{E72BB7BC-0F1E-433B-AE89-4214F9BA7B60}" presName="compositeNode" presStyleCnt="0">
        <dgm:presLayoutVars>
          <dgm:bulletEnabled val="1"/>
        </dgm:presLayoutVars>
      </dgm:prSet>
      <dgm:spPr/>
    </dgm:pt>
    <dgm:pt modelId="{060A43E1-27AE-4202-B0B5-86CCDAC74493}" type="pres">
      <dgm:prSet presAssocID="{E72BB7BC-0F1E-433B-AE89-4214F9BA7B60}" presName="bgRect" presStyleLbl="alignNode1" presStyleIdx="1" presStyleCnt="5"/>
      <dgm:spPr/>
    </dgm:pt>
    <dgm:pt modelId="{93307F5F-E310-4756-948A-52808C626F5A}" type="pres">
      <dgm:prSet presAssocID="{ECE21C32-5673-47B8-9883-0963A14221B4}" presName="sibTransNodeRect" presStyleLbl="alignNode1" presStyleIdx="1" presStyleCnt="5">
        <dgm:presLayoutVars>
          <dgm:chMax val="0"/>
          <dgm:bulletEnabled val="1"/>
        </dgm:presLayoutVars>
      </dgm:prSet>
      <dgm:spPr/>
    </dgm:pt>
    <dgm:pt modelId="{F555C136-E221-4F4A-96E6-5D490F5D374A}" type="pres">
      <dgm:prSet presAssocID="{E72BB7BC-0F1E-433B-AE89-4214F9BA7B60}" presName="nodeRect" presStyleLbl="alignNode1" presStyleIdx="1" presStyleCnt="5">
        <dgm:presLayoutVars>
          <dgm:bulletEnabled val="1"/>
        </dgm:presLayoutVars>
      </dgm:prSet>
      <dgm:spPr/>
    </dgm:pt>
    <dgm:pt modelId="{F90E0A8B-DC42-42B5-A861-F2FBEE4B9CFC}" type="pres">
      <dgm:prSet presAssocID="{ECE21C32-5673-47B8-9883-0963A14221B4}" presName="sibTrans" presStyleCnt="0"/>
      <dgm:spPr/>
    </dgm:pt>
    <dgm:pt modelId="{1A9419F2-014B-46EF-8328-53F8B925DE86}" type="pres">
      <dgm:prSet presAssocID="{5B5A921D-2E4F-4AAA-BDD5-917130A27F04}" presName="compositeNode" presStyleCnt="0">
        <dgm:presLayoutVars>
          <dgm:bulletEnabled val="1"/>
        </dgm:presLayoutVars>
      </dgm:prSet>
      <dgm:spPr/>
    </dgm:pt>
    <dgm:pt modelId="{35A9A5C7-E42B-4DF3-A39F-38484C861658}" type="pres">
      <dgm:prSet presAssocID="{5B5A921D-2E4F-4AAA-BDD5-917130A27F04}" presName="bgRect" presStyleLbl="alignNode1" presStyleIdx="2" presStyleCnt="5"/>
      <dgm:spPr/>
    </dgm:pt>
    <dgm:pt modelId="{B4C5606F-D2D3-462E-9A32-5CB3FF279AC8}" type="pres">
      <dgm:prSet presAssocID="{106A8F70-0924-4081-A06A-85166E1F62D5}" presName="sibTransNodeRect" presStyleLbl="alignNode1" presStyleIdx="2" presStyleCnt="5">
        <dgm:presLayoutVars>
          <dgm:chMax val="0"/>
          <dgm:bulletEnabled val="1"/>
        </dgm:presLayoutVars>
      </dgm:prSet>
      <dgm:spPr/>
    </dgm:pt>
    <dgm:pt modelId="{9ABD4405-186A-4065-A4F6-DC569187B346}" type="pres">
      <dgm:prSet presAssocID="{5B5A921D-2E4F-4AAA-BDD5-917130A27F04}" presName="nodeRect" presStyleLbl="alignNode1" presStyleIdx="2" presStyleCnt="5">
        <dgm:presLayoutVars>
          <dgm:bulletEnabled val="1"/>
        </dgm:presLayoutVars>
      </dgm:prSet>
      <dgm:spPr/>
    </dgm:pt>
    <dgm:pt modelId="{6DDDAF55-846C-4C72-A1AD-3EB99E21C133}" type="pres">
      <dgm:prSet presAssocID="{106A8F70-0924-4081-A06A-85166E1F62D5}" presName="sibTrans" presStyleCnt="0"/>
      <dgm:spPr/>
    </dgm:pt>
    <dgm:pt modelId="{1A858D72-C573-46FE-9C07-1EA843777F72}" type="pres">
      <dgm:prSet presAssocID="{5F0BBB16-4351-4A3F-B866-DC6A06576E3D}" presName="compositeNode" presStyleCnt="0">
        <dgm:presLayoutVars>
          <dgm:bulletEnabled val="1"/>
        </dgm:presLayoutVars>
      </dgm:prSet>
      <dgm:spPr/>
    </dgm:pt>
    <dgm:pt modelId="{38AE11BA-1A91-468F-91F0-6561ADBCB92D}" type="pres">
      <dgm:prSet presAssocID="{5F0BBB16-4351-4A3F-B866-DC6A06576E3D}" presName="bgRect" presStyleLbl="alignNode1" presStyleIdx="3" presStyleCnt="5"/>
      <dgm:spPr/>
    </dgm:pt>
    <dgm:pt modelId="{747A89E7-2394-4894-85C1-42EE6DE7FDF7}" type="pres">
      <dgm:prSet presAssocID="{02D2FF69-08EE-43F5-9095-EA9E6AA12E74}" presName="sibTransNodeRect" presStyleLbl="alignNode1" presStyleIdx="3" presStyleCnt="5">
        <dgm:presLayoutVars>
          <dgm:chMax val="0"/>
          <dgm:bulletEnabled val="1"/>
        </dgm:presLayoutVars>
      </dgm:prSet>
      <dgm:spPr/>
    </dgm:pt>
    <dgm:pt modelId="{4EC584B0-83CD-4875-AAA7-CB8393F02F7F}" type="pres">
      <dgm:prSet presAssocID="{5F0BBB16-4351-4A3F-B866-DC6A06576E3D}" presName="nodeRect" presStyleLbl="alignNode1" presStyleIdx="3" presStyleCnt="5">
        <dgm:presLayoutVars>
          <dgm:bulletEnabled val="1"/>
        </dgm:presLayoutVars>
      </dgm:prSet>
      <dgm:spPr/>
    </dgm:pt>
    <dgm:pt modelId="{F4939467-8E12-4E25-9CE6-2EC7E902E45A}" type="pres">
      <dgm:prSet presAssocID="{02D2FF69-08EE-43F5-9095-EA9E6AA12E74}" presName="sibTrans" presStyleCnt="0"/>
      <dgm:spPr/>
    </dgm:pt>
    <dgm:pt modelId="{C28429FD-DEC1-45AE-AB2C-77D457BD2933}" type="pres">
      <dgm:prSet presAssocID="{125FBCF8-75EB-4282-9D4D-1CC575BBA5BA}" presName="compositeNode" presStyleCnt="0">
        <dgm:presLayoutVars>
          <dgm:bulletEnabled val="1"/>
        </dgm:presLayoutVars>
      </dgm:prSet>
      <dgm:spPr/>
    </dgm:pt>
    <dgm:pt modelId="{8B11E1CE-290C-44DD-B02A-677E9250F37C}" type="pres">
      <dgm:prSet presAssocID="{125FBCF8-75EB-4282-9D4D-1CC575BBA5BA}" presName="bgRect" presStyleLbl="alignNode1" presStyleIdx="4" presStyleCnt="5"/>
      <dgm:spPr/>
    </dgm:pt>
    <dgm:pt modelId="{1D2E84C4-44B1-466B-9402-A4B374D876D6}" type="pres">
      <dgm:prSet presAssocID="{E8C64CB8-8BC9-4106-AF58-318704C5938F}" presName="sibTransNodeRect" presStyleLbl="alignNode1" presStyleIdx="4" presStyleCnt="5">
        <dgm:presLayoutVars>
          <dgm:chMax val="0"/>
          <dgm:bulletEnabled val="1"/>
        </dgm:presLayoutVars>
      </dgm:prSet>
      <dgm:spPr/>
    </dgm:pt>
    <dgm:pt modelId="{20AB95E3-E44A-4D36-9AB9-C44F052DBB7B}" type="pres">
      <dgm:prSet presAssocID="{125FBCF8-75EB-4282-9D4D-1CC575BBA5BA}" presName="nodeRect" presStyleLbl="alignNode1" presStyleIdx="4" presStyleCnt="5">
        <dgm:presLayoutVars>
          <dgm:bulletEnabled val="1"/>
        </dgm:presLayoutVars>
      </dgm:prSet>
      <dgm:spPr/>
    </dgm:pt>
  </dgm:ptLst>
  <dgm:cxnLst>
    <dgm:cxn modelId="{9AB3F902-FA0A-4637-8036-78A1E576EB70}" type="presOf" srcId="{E72BB7BC-0F1E-433B-AE89-4214F9BA7B60}" destId="{060A43E1-27AE-4202-B0B5-86CCDAC74493}" srcOrd="0" destOrd="0" presId="urn:microsoft.com/office/officeart/2016/7/layout/LinearBlockProcessNumbered"/>
    <dgm:cxn modelId="{C041E604-C16B-4B79-9EB5-438443C0D64E}" type="presOf" srcId="{5F0BBB16-4351-4A3F-B866-DC6A06576E3D}" destId="{4EC584B0-83CD-4875-AAA7-CB8393F02F7F}" srcOrd="1" destOrd="0" presId="urn:microsoft.com/office/officeart/2016/7/layout/LinearBlockProcessNumbered"/>
    <dgm:cxn modelId="{E43F1405-A52C-40A9-A55A-4E86809E371C}" type="presOf" srcId="{125FBCF8-75EB-4282-9D4D-1CC575BBA5BA}" destId="{20AB95E3-E44A-4D36-9AB9-C44F052DBB7B}" srcOrd="1" destOrd="0" presId="urn:microsoft.com/office/officeart/2016/7/layout/LinearBlockProcessNumbered"/>
    <dgm:cxn modelId="{FEF6F207-4050-4249-BB85-7F3ED9E29A7E}" type="presOf" srcId="{5B5A921D-2E4F-4AAA-BDD5-917130A27F04}" destId="{9ABD4405-186A-4065-A4F6-DC569187B346}" srcOrd="1" destOrd="0" presId="urn:microsoft.com/office/officeart/2016/7/layout/LinearBlockProcessNumbered"/>
    <dgm:cxn modelId="{B736E00C-4BBC-485F-B620-3D89F6C84C05}" type="presOf" srcId="{02D2FF69-08EE-43F5-9095-EA9E6AA12E74}" destId="{747A89E7-2394-4894-85C1-42EE6DE7FDF7}" srcOrd="0" destOrd="0" presId="urn:microsoft.com/office/officeart/2016/7/layout/LinearBlockProcessNumbered"/>
    <dgm:cxn modelId="{DB54FC28-B6E3-469F-A4B6-FC31D69F4818}" srcId="{B6EEE668-E4A6-4203-A9F3-E1E221B917C4}" destId="{5B5A921D-2E4F-4AAA-BDD5-917130A27F04}" srcOrd="2" destOrd="0" parTransId="{F0403784-8507-413E-B8D9-8DD4725FECDC}" sibTransId="{106A8F70-0924-4081-A06A-85166E1F62D5}"/>
    <dgm:cxn modelId="{50927A30-5A0B-4473-AE8A-16ED5DDDC0CA}" type="presOf" srcId="{106A8F70-0924-4081-A06A-85166E1F62D5}" destId="{B4C5606F-D2D3-462E-9A32-5CB3FF279AC8}" srcOrd="0" destOrd="0" presId="urn:microsoft.com/office/officeart/2016/7/layout/LinearBlockProcessNumbered"/>
    <dgm:cxn modelId="{D2DFC73F-E007-4A54-A943-A50A00899B0D}" type="presOf" srcId="{2B95728A-69B7-4322-BD3A-5A12503592AD}" destId="{5610DD1D-8386-4995-8011-5A644448A24C}" srcOrd="0" destOrd="0" presId="urn:microsoft.com/office/officeart/2016/7/layout/LinearBlockProcessNumbered"/>
    <dgm:cxn modelId="{6348C770-AB97-497D-9C08-6EA80F5D940B}" type="presOf" srcId="{5F0BBB16-4351-4A3F-B866-DC6A06576E3D}" destId="{38AE11BA-1A91-468F-91F0-6561ADBCB92D}" srcOrd="0" destOrd="0" presId="urn:microsoft.com/office/officeart/2016/7/layout/LinearBlockProcessNumbered"/>
    <dgm:cxn modelId="{C2432051-435F-42AF-9A60-C8897ED1FBC3}" srcId="{B6EEE668-E4A6-4203-A9F3-E1E221B917C4}" destId="{5F0BBB16-4351-4A3F-B866-DC6A06576E3D}" srcOrd="3" destOrd="0" parTransId="{533D5D94-6271-44EE-8E55-70919F26C7D9}" sibTransId="{02D2FF69-08EE-43F5-9095-EA9E6AA12E74}"/>
    <dgm:cxn modelId="{427BE357-5C78-41E5-8047-68D6384E82B4}" type="presOf" srcId="{878BB394-7CF8-4015-89E7-D53E71D5D6C3}" destId="{4155CE81-3834-4782-AB99-48C04750584C}" srcOrd="1" destOrd="0" presId="urn:microsoft.com/office/officeart/2016/7/layout/LinearBlockProcessNumbered"/>
    <dgm:cxn modelId="{47696B7F-3DB0-4619-8EE6-28C001750372}" type="presOf" srcId="{ECE21C32-5673-47B8-9883-0963A14221B4}" destId="{93307F5F-E310-4756-948A-52808C626F5A}" srcOrd="0" destOrd="0" presId="urn:microsoft.com/office/officeart/2016/7/layout/LinearBlockProcessNumbered"/>
    <dgm:cxn modelId="{C698E09A-2E4E-43DB-96E8-9F59DC143FBF}" srcId="{B6EEE668-E4A6-4203-A9F3-E1E221B917C4}" destId="{125FBCF8-75EB-4282-9D4D-1CC575BBA5BA}" srcOrd="4" destOrd="0" parTransId="{6F958FB4-D772-4586-B435-59936B4A3837}" sibTransId="{E8C64CB8-8BC9-4106-AF58-318704C5938F}"/>
    <dgm:cxn modelId="{CD7E1FA5-F26A-47A4-8EA9-AED225C9A6E1}" srcId="{B6EEE668-E4A6-4203-A9F3-E1E221B917C4}" destId="{E72BB7BC-0F1E-433B-AE89-4214F9BA7B60}" srcOrd="1" destOrd="0" parTransId="{ABFCA446-FE58-4F02-AB02-1D0F51B378E8}" sibTransId="{ECE21C32-5673-47B8-9883-0963A14221B4}"/>
    <dgm:cxn modelId="{428640A5-33FD-41D8-8583-467E2C12019B}" srcId="{B6EEE668-E4A6-4203-A9F3-E1E221B917C4}" destId="{878BB394-7CF8-4015-89E7-D53E71D5D6C3}" srcOrd="0" destOrd="0" parTransId="{AEA1F79D-1C5D-41AB-B2CA-441CA52D4C23}" sibTransId="{2B95728A-69B7-4322-BD3A-5A12503592AD}"/>
    <dgm:cxn modelId="{206845BF-CB71-424F-9163-6FE6BE708FA6}" type="presOf" srcId="{5B5A921D-2E4F-4AAA-BDD5-917130A27F04}" destId="{35A9A5C7-E42B-4DF3-A39F-38484C861658}" srcOrd="0" destOrd="0" presId="urn:microsoft.com/office/officeart/2016/7/layout/LinearBlockProcessNumbered"/>
    <dgm:cxn modelId="{5C8400C9-E501-4CFF-BC30-EFAFB4CEF034}" type="presOf" srcId="{B6EEE668-E4A6-4203-A9F3-E1E221B917C4}" destId="{D6EE2CF9-3629-4D61-8585-1FA146D33403}" srcOrd="0" destOrd="0" presId="urn:microsoft.com/office/officeart/2016/7/layout/LinearBlockProcessNumbered"/>
    <dgm:cxn modelId="{C241D6C9-07C3-424A-803E-595E589A5590}" type="presOf" srcId="{878BB394-7CF8-4015-89E7-D53E71D5D6C3}" destId="{EED97F74-2AED-4743-9A0A-DC708BF419D8}" srcOrd="0" destOrd="0" presId="urn:microsoft.com/office/officeart/2016/7/layout/LinearBlockProcessNumbered"/>
    <dgm:cxn modelId="{DA650EDD-899C-44D1-B737-AAE920E45845}" type="presOf" srcId="{125FBCF8-75EB-4282-9D4D-1CC575BBA5BA}" destId="{8B11E1CE-290C-44DD-B02A-677E9250F37C}" srcOrd="0" destOrd="0" presId="urn:microsoft.com/office/officeart/2016/7/layout/LinearBlockProcessNumbered"/>
    <dgm:cxn modelId="{46671DDD-2E8F-4831-9F46-A56DF42720A7}" type="presOf" srcId="{E8C64CB8-8BC9-4106-AF58-318704C5938F}" destId="{1D2E84C4-44B1-466B-9402-A4B374D876D6}" srcOrd="0" destOrd="0" presId="urn:microsoft.com/office/officeart/2016/7/layout/LinearBlockProcessNumbered"/>
    <dgm:cxn modelId="{D6B08BF9-1CA9-4E2A-B5EF-CED033FB047A}" type="presOf" srcId="{E72BB7BC-0F1E-433B-AE89-4214F9BA7B60}" destId="{F555C136-E221-4F4A-96E6-5D490F5D374A}" srcOrd="1" destOrd="0" presId="urn:microsoft.com/office/officeart/2016/7/layout/LinearBlockProcessNumbered"/>
    <dgm:cxn modelId="{88292401-A888-4D7B-8F62-7F6352667EBC}" type="presParOf" srcId="{D6EE2CF9-3629-4D61-8585-1FA146D33403}" destId="{0325BCF2-05A0-4A3F-B364-8E636979A900}" srcOrd="0" destOrd="0" presId="urn:microsoft.com/office/officeart/2016/7/layout/LinearBlockProcessNumbered"/>
    <dgm:cxn modelId="{554B23A9-967C-4886-87BD-B3F9CCD12B37}" type="presParOf" srcId="{0325BCF2-05A0-4A3F-B364-8E636979A900}" destId="{EED97F74-2AED-4743-9A0A-DC708BF419D8}" srcOrd="0" destOrd="0" presId="urn:microsoft.com/office/officeart/2016/7/layout/LinearBlockProcessNumbered"/>
    <dgm:cxn modelId="{8856619D-6898-4F41-9129-8803679EF6ED}" type="presParOf" srcId="{0325BCF2-05A0-4A3F-B364-8E636979A900}" destId="{5610DD1D-8386-4995-8011-5A644448A24C}" srcOrd="1" destOrd="0" presId="urn:microsoft.com/office/officeart/2016/7/layout/LinearBlockProcessNumbered"/>
    <dgm:cxn modelId="{9F87BA3C-35C6-4C6F-AAAD-78A7FFA474E3}" type="presParOf" srcId="{0325BCF2-05A0-4A3F-B364-8E636979A900}" destId="{4155CE81-3834-4782-AB99-48C04750584C}" srcOrd="2" destOrd="0" presId="urn:microsoft.com/office/officeart/2016/7/layout/LinearBlockProcessNumbered"/>
    <dgm:cxn modelId="{3E4C005B-766B-4313-9617-5E177EB846B2}" type="presParOf" srcId="{D6EE2CF9-3629-4D61-8585-1FA146D33403}" destId="{60D05CD8-6EC2-4E2B-A68E-D662CE0784D1}" srcOrd="1" destOrd="0" presId="urn:microsoft.com/office/officeart/2016/7/layout/LinearBlockProcessNumbered"/>
    <dgm:cxn modelId="{5B108A53-4573-47EF-B8F8-E2C0669D43E2}" type="presParOf" srcId="{D6EE2CF9-3629-4D61-8585-1FA146D33403}" destId="{5766775B-D798-47FD-B218-5B155EE1C88D}" srcOrd="2" destOrd="0" presId="urn:microsoft.com/office/officeart/2016/7/layout/LinearBlockProcessNumbered"/>
    <dgm:cxn modelId="{66C0D0EF-133A-4B55-B9A1-8933B28FE921}" type="presParOf" srcId="{5766775B-D798-47FD-B218-5B155EE1C88D}" destId="{060A43E1-27AE-4202-B0B5-86CCDAC74493}" srcOrd="0" destOrd="0" presId="urn:microsoft.com/office/officeart/2016/7/layout/LinearBlockProcessNumbered"/>
    <dgm:cxn modelId="{AAB50D71-A0E8-4ADE-BEC5-3C750FB7D720}" type="presParOf" srcId="{5766775B-D798-47FD-B218-5B155EE1C88D}" destId="{93307F5F-E310-4756-948A-52808C626F5A}" srcOrd="1" destOrd="0" presId="urn:microsoft.com/office/officeart/2016/7/layout/LinearBlockProcessNumbered"/>
    <dgm:cxn modelId="{37107599-AFB4-4B59-82ED-A838E43DFF60}" type="presParOf" srcId="{5766775B-D798-47FD-B218-5B155EE1C88D}" destId="{F555C136-E221-4F4A-96E6-5D490F5D374A}" srcOrd="2" destOrd="0" presId="urn:microsoft.com/office/officeart/2016/7/layout/LinearBlockProcessNumbered"/>
    <dgm:cxn modelId="{4CA36B93-0158-4BEA-A6B4-3EE5226E5144}" type="presParOf" srcId="{D6EE2CF9-3629-4D61-8585-1FA146D33403}" destId="{F90E0A8B-DC42-42B5-A861-F2FBEE4B9CFC}" srcOrd="3" destOrd="0" presId="urn:microsoft.com/office/officeart/2016/7/layout/LinearBlockProcessNumbered"/>
    <dgm:cxn modelId="{99743096-7688-4EB1-8807-CFE1F832CE9F}" type="presParOf" srcId="{D6EE2CF9-3629-4D61-8585-1FA146D33403}" destId="{1A9419F2-014B-46EF-8328-53F8B925DE86}" srcOrd="4" destOrd="0" presId="urn:microsoft.com/office/officeart/2016/7/layout/LinearBlockProcessNumbered"/>
    <dgm:cxn modelId="{B278DE21-240B-4D50-84CF-2B3E3770FACF}" type="presParOf" srcId="{1A9419F2-014B-46EF-8328-53F8B925DE86}" destId="{35A9A5C7-E42B-4DF3-A39F-38484C861658}" srcOrd="0" destOrd="0" presId="urn:microsoft.com/office/officeart/2016/7/layout/LinearBlockProcessNumbered"/>
    <dgm:cxn modelId="{97FAD765-8CB8-4669-8853-FDE448E3F8C9}" type="presParOf" srcId="{1A9419F2-014B-46EF-8328-53F8B925DE86}" destId="{B4C5606F-D2D3-462E-9A32-5CB3FF279AC8}" srcOrd="1" destOrd="0" presId="urn:microsoft.com/office/officeart/2016/7/layout/LinearBlockProcessNumbered"/>
    <dgm:cxn modelId="{EA227A90-4025-48F3-9A3A-8DCCD3601E14}" type="presParOf" srcId="{1A9419F2-014B-46EF-8328-53F8B925DE86}" destId="{9ABD4405-186A-4065-A4F6-DC569187B346}" srcOrd="2" destOrd="0" presId="urn:microsoft.com/office/officeart/2016/7/layout/LinearBlockProcessNumbered"/>
    <dgm:cxn modelId="{1287CD49-ACBB-45FE-BCF7-83CCA5C024F2}" type="presParOf" srcId="{D6EE2CF9-3629-4D61-8585-1FA146D33403}" destId="{6DDDAF55-846C-4C72-A1AD-3EB99E21C133}" srcOrd="5" destOrd="0" presId="urn:microsoft.com/office/officeart/2016/7/layout/LinearBlockProcessNumbered"/>
    <dgm:cxn modelId="{AA3A62D3-7FEF-47EC-9983-2FD05B95962F}" type="presParOf" srcId="{D6EE2CF9-3629-4D61-8585-1FA146D33403}" destId="{1A858D72-C573-46FE-9C07-1EA843777F72}" srcOrd="6" destOrd="0" presId="urn:microsoft.com/office/officeart/2016/7/layout/LinearBlockProcessNumbered"/>
    <dgm:cxn modelId="{941CE950-AB5A-4C33-82EB-54CF954E9F49}" type="presParOf" srcId="{1A858D72-C573-46FE-9C07-1EA843777F72}" destId="{38AE11BA-1A91-468F-91F0-6561ADBCB92D}" srcOrd="0" destOrd="0" presId="urn:microsoft.com/office/officeart/2016/7/layout/LinearBlockProcessNumbered"/>
    <dgm:cxn modelId="{481A7082-2BCF-46DD-AC9A-4976B43746DB}" type="presParOf" srcId="{1A858D72-C573-46FE-9C07-1EA843777F72}" destId="{747A89E7-2394-4894-85C1-42EE6DE7FDF7}" srcOrd="1" destOrd="0" presId="urn:microsoft.com/office/officeart/2016/7/layout/LinearBlockProcessNumbered"/>
    <dgm:cxn modelId="{9DF9E4D2-297C-4B88-8911-5FB599ABF746}" type="presParOf" srcId="{1A858D72-C573-46FE-9C07-1EA843777F72}" destId="{4EC584B0-83CD-4875-AAA7-CB8393F02F7F}" srcOrd="2" destOrd="0" presId="urn:microsoft.com/office/officeart/2016/7/layout/LinearBlockProcessNumbered"/>
    <dgm:cxn modelId="{28089467-C9E3-4DA3-83A1-F95D67883716}" type="presParOf" srcId="{D6EE2CF9-3629-4D61-8585-1FA146D33403}" destId="{F4939467-8E12-4E25-9CE6-2EC7E902E45A}" srcOrd="7" destOrd="0" presId="urn:microsoft.com/office/officeart/2016/7/layout/LinearBlockProcessNumbered"/>
    <dgm:cxn modelId="{33C641E3-1D3F-4EDE-AD6E-3035ABF4BC76}" type="presParOf" srcId="{D6EE2CF9-3629-4D61-8585-1FA146D33403}" destId="{C28429FD-DEC1-45AE-AB2C-77D457BD2933}" srcOrd="8" destOrd="0" presId="urn:microsoft.com/office/officeart/2016/7/layout/LinearBlockProcessNumbered"/>
    <dgm:cxn modelId="{D6430696-33EA-49EE-9805-4BCF9ED10082}" type="presParOf" srcId="{C28429FD-DEC1-45AE-AB2C-77D457BD2933}" destId="{8B11E1CE-290C-44DD-B02A-677E9250F37C}" srcOrd="0" destOrd="0" presId="urn:microsoft.com/office/officeart/2016/7/layout/LinearBlockProcessNumbered"/>
    <dgm:cxn modelId="{00BA795A-CA39-4922-A547-39726652445B}" type="presParOf" srcId="{C28429FD-DEC1-45AE-AB2C-77D457BD2933}" destId="{1D2E84C4-44B1-466B-9402-A4B374D876D6}" srcOrd="1" destOrd="0" presId="urn:microsoft.com/office/officeart/2016/7/layout/LinearBlockProcessNumbered"/>
    <dgm:cxn modelId="{42ACC52F-156C-4A33-A97D-32400DAE9695}" type="presParOf" srcId="{C28429FD-DEC1-45AE-AB2C-77D457BD2933}" destId="{20AB95E3-E44A-4D36-9AB9-C44F052DBB7B}"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B702FD-48C5-4F6F-BEC2-F3EFBC72390A}">
      <dsp:nvSpPr>
        <dsp:cNvPr id="0" name=""/>
        <dsp:cNvSpPr/>
      </dsp:nvSpPr>
      <dsp:spPr>
        <a:xfrm>
          <a:off x="6610" y="378047"/>
          <a:ext cx="2066302" cy="247956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Team creates an Azure infrastructure template</a:t>
          </a:r>
        </a:p>
      </dsp:txBody>
      <dsp:txXfrm>
        <a:off x="6610" y="1369872"/>
        <a:ext cx="2066302" cy="1487737"/>
      </dsp:txXfrm>
    </dsp:sp>
    <dsp:sp modelId="{D4418C8D-D17B-4296-BDAC-E71176066A39}">
      <dsp:nvSpPr>
        <dsp:cNvPr id="0" name=""/>
        <dsp:cNvSpPr/>
      </dsp:nvSpPr>
      <dsp:spPr>
        <a:xfrm>
          <a:off x="6610"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01</a:t>
          </a:r>
        </a:p>
      </dsp:txBody>
      <dsp:txXfrm>
        <a:off x="6610" y="378047"/>
        <a:ext cx="2066302" cy="991825"/>
      </dsp:txXfrm>
    </dsp:sp>
    <dsp:sp modelId="{B62940A7-8856-4E04-AF92-E0F18B4D5F46}">
      <dsp:nvSpPr>
        <dsp:cNvPr id="0" name=""/>
        <dsp:cNvSpPr/>
      </dsp:nvSpPr>
      <dsp:spPr>
        <a:xfrm>
          <a:off x="2238216" y="378047"/>
          <a:ext cx="2066302" cy="247956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One person works on networking</a:t>
          </a:r>
        </a:p>
      </dsp:txBody>
      <dsp:txXfrm>
        <a:off x="2238216" y="1369872"/>
        <a:ext cx="2066302" cy="1487737"/>
      </dsp:txXfrm>
    </dsp:sp>
    <dsp:sp modelId="{E8B8DB0B-AFB1-4DB5-B93A-3D2B74453FFB}">
      <dsp:nvSpPr>
        <dsp:cNvPr id="0" name=""/>
        <dsp:cNvSpPr/>
      </dsp:nvSpPr>
      <dsp:spPr>
        <a:xfrm>
          <a:off x="2238216"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02</a:t>
          </a:r>
        </a:p>
      </dsp:txBody>
      <dsp:txXfrm>
        <a:off x="2238216" y="378047"/>
        <a:ext cx="2066302" cy="991825"/>
      </dsp:txXfrm>
    </dsp:sp>
    <dsp:sp modelId="{71E56AA1-AC5F-4455-A854-B024C1B411B3}">
      <dsp:nvSpPr>
        <dsp:cNvPr id="0" name=""/>
        <dsp:cNvSpPr/>
      </dsp:nvSpPr>
      <dsp:spPr>
        <a:xfrm>
          <a:off x="4469822" y="378047"/>
          <a:ext cx="2066302" cy="247956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Another works on storage</a:t>
          </a:r>
        </a:p>
      </dsp:txBody>
      <dsp:txXfrm>
        <a:off x="4469822" y="1369872"/>
        <a:ext cx="2066302" cy="1487737"/>
      </dsp:txXfrm>
    </dsp:sp>
    <dsp:sp modelId="{90E0ED3D-2BA8-4965-88DB-962A8939E566}">
      <dsp:nvSpPr>
        <dsp:cNvPr id="0" name=""/>
        <dsp:cNvSpPr/>
      </dsp:nvSpPr>
      <dsp:spPr>
        <a:xfrm>
          <a:off x="4469822"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03</a:t>
          </a:r>
        </a:p>
      </dsp:txBody>
      <dsp:txXfrm>
        <a:off x="4469822" y="378047"/>
        <a:ext cx="2066302" cy="991825"/>
      </dsp:txXfrm>
    </dsp:sp>
    <dsp:sp modelId="{3DA82C3C-5A6E-4605-A0F9-C17598339A59}">
      <dsp:nvSpPr>
        <dsp:cNvPr id="0" name=""/>
        <dsp:cNvSpPr/>
      </dsp:nvSpPr>
      <dsp:spPr>
        <a:xfrm>
          <a:off x="6701429" y="378047"/>
          <a:ext cx="2066302" cy="247956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And another writes documentation</a:t>
          </a:r>
        </a:p>
      </dsp:txBody>
      <dsp:txXfrm>
        <a:off x="6701429" y="1369872"/>
        <a:ext cx="2066302" cy="1487737"/>
      </dsp:txXfrm>
    </dsp:sp>
    <dsp:sp modelId="{E6ECEE9E-B7EE-4099-9B9C-472D141D7619}">
      <dsp:nvSpPr>
        <dsp:cNvPr id="0" name=""/>
        <dsp:cNvSpPr/>
      </dsp:nvSpPr>
      <dsp:spPr>
        <a:xfrm>
          <a:off x="6701429"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04</a:t>
          </a:r>
        </a:p>
      </dsp:txBody>
      <dsp:txXfrm>
        <a:off x="6701429" y="378047"/>
        <a:ext cx="2066302" cy="991825"/>
      </dsp:txXfrm>
    </dsp:sp>
    <dsp:sp modelId="{CEB68A6D-0C7D-4A49-B309-C667A52E061F}">
      <dsp:nvSpPr>
        <dsp:cNvPr id="0" name=""/>
        <dsp:cNvSpPr/>
      </dsp:nvSpPr>
      <dsp:spPr>
        <a:xfrm>
          <a:off x="8933035" y="378047"/>
          <a:ext cx="2066302" cy="2479562"/>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105" tIns="0" rIns="204105" bIns="330200" numCol="1" spcCol="1270" anchor="t" anchorCtr="0">
          <a:noAutofit/>
        </a:bodyPr>
        <a:lstStyle/>
        <a:p>
          <a:pPr marL="0" lvl="0" indent="0" algn="l" defTabSz="844550">
            <a:lnSpc>
              <a:spcPct val="90000"/>
            </a:lnSpc>
            <a:spcBef>
              <a:spcPct val="0"/>
            </a:spcBef>
            <a:spcAft>
              <a:spcPct val="35000"/>
            </a:spcAft>
            <a:buNone/>
          </a:pPr>
          <a:r>
            <a:rPr lang="en-US" sz="1900" kern="1200"/>
            <a:t>The group reviews the changes before merging</a:t>
          </a:r>
        </a:p>
      </dsp:txBody>
      <dsp:txXfrm>
        <a:off x="8933035" y="1369872"/>
        <a:ext cx="2066302" cy="1487737"/>
      </dsp:txXfrm>
    </dsp:sp>
    <dsp:sp modelId="{40DCABEF-8A59-468B-8287-37AFF687AF97}">
      <dsp:nvSpPr>
        <dsp:cNvPr id="0" name=""/>
        <dsp:cNvSpPr/>
      </dsp:nvSpPr>
      <dsp:spPr>
        <a:xfrm>
          <a:off x="8933035" y="378047"/>
          <a:ext cx="2066302" cy="99182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105" tIns="165100" rIns="204105" bIns="165100" numCol="1" spcCol="1270" anchor="ctr" anchorCtr="0">
          <a:noAutofit/>
        </a:bodyPr>
        <a:lstStyle/>
        <a:p>
          <a:pPr marL="0" lvl="0" indent="0" algn="l" defTabSz="2133600">
            <a:lnSpc>
              <a:spcPct val="90000"/>
            </a:lnSpc>
            <a:spcBef>
              <a:spcPct val="0"/>
            </a:spcBef>
            <a:spcAft>
              <a:spcPct val="35000"/>
            </a:spcAft>
            <a:buNone/>
          </a:pPr>
          <a:r>
            <a:rPr lang="en-US" sz="4800" kern="1200"/>
            <a:t>05</a:t>
          </a:r>
        </a:p>
      </dsp:txBody>
      <dsp:txXfrm>
        <a:off x="8933035" y="378047"/>
        <a:ext cx="2066302" cy="9918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D97F74-2AED-4743-9A0A-DC708BF419D8}">
      <dsp:nvSpPr>
        <dsp:cNvPr id="0" name=""/>
        <dsp:cNvSpPr/>
      </dsp:nvSpPr>
      <dsp:spPr>
        <a:xfrm>
          <a:off x="6540" y="642609"/>
          <a:ext cx="2044708" cy="2453649"/>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Team creates a shared IT documentation repository</a:t>
          </a:r>
        </a:p>
      </dsp:txBody>
      <dsp:txXfrm>
        <a:off x="6540" y="1624069"/>
        <a:ext cx="2044708" cy="1472189"/>
      </dsp:txXfrm>
    </dsp:sp>
    <dsp:sp modelId="{5610DD1D-8386-4995-8011-5A644448A24C}">
      <dsp:nvSpPr>
        <dsp:cNvPr id="0" name=""/>
        <dsp:cNvSpPr/>
      </dsp:nvSpPr>
      <dsp:spPr>
        <a:xfrm>
          <a:off x="6540"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01</a:t>
          </a:r>
        </a:p>
      </dsp:txBody>
      <dsp:txXfrm>
        <a:off x="6540" y="642609"/>
        <a:ext cx="2044708" cy="981459"/>
      </dsp:txXfrm>
    </dsp:sp>
    <dsp:sp modelId="{060A43E1-27AE-4202-B0B5-86CCDAC74493}">
      <dsp:nvSpPr>
        <dsp:cNvPr id="0" name=""/>
        <dsp:cNvSpPr/>
      </dsp:nvSpPr>
      <dsp:spPr>
        <a:xfrm>
          <a:off x="2214825" y="642609"/>
          <a:ext cx="2044708" cy="2453649"/>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One person writes troubleshooting steps</a:t>
          </a:r>
        </a:p>
      </dsp:txBody>
      <dsp:txXfrm>
        <a:off x="2214825" y="1624069"/>
        <a:ext cx="2044708" cy="1472189"/>
      </dsp:txXfrm>
    </dsp:sp>
    <dsp:sp modelId="{93307F5F-E310-4756-948A-52808C626F5A}">
      <dsp:nvSpPr>
        <dsp:cNvPr id="0" name=""/>
        <dsp:cNvSpPr/>
      </dsp:nvSpPr>
      <dsp:spPr>
        <a:xfrm>
          <a:off x="2214825"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02</a:t>
          </a:r>
        </a:p>
      </dsp:txBody>
      <dsp:txXfrm>
        <a:off x="2214825" y="642609"/>
        <a:ext cx="2044708" cy="981459"/>
      </dsp:txXfrm>
    </dsp:sp>
    <dsp:sp modelId="{35A9A5C7-E42B-4DF3-A39F-38484C861658}">
      <dsp:nvSpPr>
        <dsp:cNvPr id="0" name=""/>
        <dsp:cNvSpPr/>
      </dsp:nvSpPr>
      <dsp:spPr>
        <a:xfrm>
          <a:off x="4423110" y="642609"/>
          <a:ext cx="2044708" cy="2453649"/>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Another updates cloud setup instructions</a:t>
          </a:r>
        </a:p>
      </dsp:txBody>
      <dsp:txXfrm>
        <a:off x="4423110" y="1624069"/>
        <a:ext cx="2044708" cy="1472189"/>
      </dsp:txXfrm>
    </dsp:sp>
    <dsp:sp modelId="{B4C5606F-D2D3-462E-9A32-5CB3FF279AC8}">
      <dsp:nvSpPr>
        <dsp:cNvPr id="0" name=""/>
        <dsp:cNvSpPr/>
      </dsp:nvSpPr>
      <dsp:spPr>
        <a:xfrm>
          <a:off x="4423110"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03</a:t>
          </a:r>
        </a:p>
      </dsp:txBody>
      <dsp:txXfrm>
        <a:off x="4423110" y="642609"/>
        <a:ext cx="2044708" cy="981459"/>
      </dsp:txXfrm>
    </dsp:sp>
    <dsp:sp modelId="{38AE11BA-1A91-468F-91F0-6561ADBCB92D}">
      <dsp:nvSpPr>
        <dsp:cNvPr id="0" name=""/>
        <dsp:cNvSpPr/>
      </dsp:nvSpPr>
      <dsp:spPr>
        <a:xfrm>
          <a:off x="6631395" y="642609"/>
          <a:ext cx="2044708" cy="245364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Another reviews security procedures</a:t>
          </a:r>
        </a:p>
      </dsp:txBody>
      <dsp:txXfrm>
        <a:off x="6631395" y="1624069"/>
        <a:ext cx="2044708" cy="1472189"/>
      </dsp:txXfrm>
    </dsp:sp>
    <dsp:sp modelId="{747A89E7-2394-4894-85C1-42EE6DE7FDF7}">
      <dsp:nvSpPr>
        <dsp:cNvPr id="0" name=""/>
        <dsp:cNvSpPr/>
      </dsp:nvSpPr>
      <dsp:spPr>
        <a:xfrm>
          <a:off x="6631395"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04</a:t>
          </a:r>
        </a:p>
      </dsp:txBody>
      <dsp:txXfrm>
        <a:off x="6631395" y="642609"/>
        <a:ext cx="2044708" cy="981459"/>
      </dsp:txXfrm>
    </dsp:sp>
    <dsp:sp modelId="{8B11E1CE-290C-44DD-B02A-677E9250F37C}">
      <dsp:nvSpPr>
        <dsp:cNvPr id="0" name=""/>
        <dsp:cNvSpPr/>
      </dsp:nvSpPr>
      <dsp:spPr>
        <a:xfrm>
          <a:off x="8839679" y="642609"/>
          <a:ext cx="2044708" cy="2453649"/>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72" tIns="0" rIns="201972" bIns="330200" numCol="1" spcCol="1270" anchor="t" anchorCtr="0">
          <a:noAutofit/>
        </a:bodyPr>
        <a:lstStyle/>
        <a:p>
          <a:pPr marL="0" lvl="0" indent="0" algn="l" defTabSz="844550">
            <a:lnSpc>
              <a:spcPct val="90000"/>
            </a:lnSpc>
            <a:spcBef>
              <a:spcPct val="0"/>
            </a:spcBef>
            <a:spcAft>
              <a:spcPct val="35000"/>
            </a:spcAft>
            <a:buNone/>
          </a:pPr>
          <a:r>
            <a:rPr lang="en-US" sz="1900" kern="1200"/>
            <a:t>The group approves the final documentation</a:t>
          </a:r>
        </a:p>
      </dsp:txBody>
      <dsp:txXfrm>
        <a:off x="8839679" y="1624069"/>
        <a:ext cx="2044708" cy="1472189"/>
      </dsp:txXfrm>
    </dsp:sp>
    <dsp:sp modelId="{1D2E84C4-44B1-466B-9402-A4B374D876D6}">
      <dsp:nvSpPr>
        <dsp:cNvPr id="0" name=""/>
        <dsp:cNvSpPr/>
      </dsp:nvSpPr>
      <dsp:spPr>
        <a:xfrm>
          <a:off x="8839679" y="642609"/>
          <a:ext cx="2044708" cy="98145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1972" tIns="165100" rIns="201972" bIns="165100" numCol="1" spcCol="1270" anchor="ctr" anchorCtr="0">
          <a:noAutofit/>
        </a:bodyPr>
        <a:lstStyle/>
        <a:p>
          <a:pPr marL="0" lvl="0" indent="0" algn="l" defTabSz="2089150">
            <a:lnSpc>
              <a:spcPct val="90000"/>
            </a:lnSpc>
            <a:spcBef>
              <a:spcPct val="0"/>
            </a:spcBef>
            <a:spcAft>
              <a:spcPct val="35000"/>
            </a:spcAft>
            <a:buNone/>
          </a:pPr>
          <a:r>
            <a:rPr lang="en-US" sz="4700" kern="1200"/>
            <a:t>05</a:t>
          </a:r>
        </a:p>
      </dsp:txBody>
      <dsp:txXfrm>
        <a:off x="8839679" y="642609"/>
        <a:ext cx="2044708" cy="981459"/>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5/20/2026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5/20/2026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0924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5/20/2026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04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5/20/2026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10762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5/20/2026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90596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5/20/2026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34791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5/20/2026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41968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5/20/2026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93876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5/20/2026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43404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5/20/2026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479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5/20/2026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918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5/20/2026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0571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p:cNvSpPr>
            <a:spLocks noGrp="1"/>
          </p:cNvSpPr>
          <p:nvPr>
            <p:ph type="ctrTitle"/>
          </p:nvPr>
        </p:nvSpPr>
        <p:spPr>
          <a:xfrm>
            <a:off x="514117" y="952500"/>
            <a:ext cx="4124557" cy="3524250"/>
          </a:xfrm>
        </p:spPr>
        <p:txBody>
          <a:bodyPr>
            <a:normAutofit fontScale="90000"/>
          </a:bodyPr>
          <a:lstStyle/>
          <a:p>
            <a:r>
              <a:rPr lang="en-US" sz="5800">
                <a:ea typeface="Calibri Light"/>
                <a:cs typeface="Calibri Light"/>
              </a:rPr>
              <a:t>GitHub and Cloud Templates</a:t>
            </a:r>
            <a:br>
              <a:rPr lang="en-US" sz="5800" dirty="0">
                <a:ea typeface="Calibri Light"/>
                <a:cs typeface="Calibri Light"/>
              </a:rPr>
            </a:br>
            <a:br>
              <a:rPr lang="en-US" sz="5800" dirty="0">
                <a:ea typeface="Calibri Light"/>
                <a:cs typeface="Calibri Light"/>
              </a:rPr>
            </a:br>
            <a:r>
              <a:rPr lang="en-US" sz="2000">
                <a:ea typeface="Calibri Light"/>
                <a:cs typeface="Calibri Light"/>
              </a:rPr>
              <a:t>CYB260L | 2.1 In-class Activity</a:t>
            </a:r>
            <a:endParaRPr lang="en-US" sz="2000"/>
          </a:p>
        </p:txBody>
      </p:sp>
      <p:sp>
        <p:nvSpPr>
          <p:cNvPr id="3" name="Subtitle 2"/>
          <p:cNvSpPr>
            <a:spLocks noGrp="1"/>
          </p:cNvSpPr>
          <p:nvPr>
            <p:ph type="subTitle" idx="1"/>
          </p:nvPr>
        </p:nvSpPr>
        <p:spPr>
          <a:xfrm>
            <a:off x="514118" y="5374291"/>
            <a:ext cx="4057882" cy="972532"/>
          </a:xfrm>
        </p:spPr>
        <p:txBody>
          <a:bodyPr vert="horz" lIns="91440" tIns="45720" rIns="91440" bIns="45720" rtlCol="0" anchor="t">
            <a:normAutofit/>
          </a:bodyPr>
          <a:lstStyle/>
          <a:p>
            <a:r>
              <a:rPr lang="en-US">
                <a:ea typeface="Calibri"/>
                <a:cs typeface="Calibri"/>
              </a:rPr>
              <a:t>Faith Jones, Jess Caro, Dante Vega, Jaden Lee</a:t>
            </a:r>
            <a:endParaRPr lang="en-US"/>
          </a:p>
        </p:txBody>
      </p:sp>
      <p:cxnSp>
        <p:nvCxnSpPr>
          <p:cNvPr id="32" name="Straight Connector 31">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3" name="Picture 32" descr="Creative paper-crafts">
            <a:extLst>
              <a:ext uri="{FF2B5EF4-FFF2-40B4-BE49-F238E27FC236}">
                <a16:creationId xmlns:a16="http://schemas.microsoft.com/office/drawing/2014/main" id="{DB5B9B92-F883-7BD1-01CB-3D4EBDEEB269}"/>
              </a:ext>
            </a:extLst>
          </p:cNvPr>
          <p:cNvPicPr>
            <a:picLocks noChangeAspect="1"/>
          </p:cNvPicPr>
          <p:nvPr/>
        </p:nvPicPr>
        <p:blipFill>
          <a:blip r:embed="rId2"/>
          <a:srcRect l="7403" r="16812" b="4"/>
          <a:stretch>
            <a:fillRect/>
          </a:stretch>
        </p:blipFill>
        <p:spPr>
          <a:xfrm>
            <a:off x="5261956" y="10"/>
            <a:ext cx="6930043" cy="6857990"/>
          </a:xfrm>
          <a:prstGeom prst="rect">
            <a:avLst/>
          </a:prstGeom>
        </p:spPr>
      </p:pic>
    </p:spTree>
    <p:extLst>
      <p:ext uri="{BB962C8B-B14F-4D97-AF65-F5344CB8AC3E}">
        <p14:creationId xmlns:p14="http://schemas.microsoft.com/office/powerpoint/2010/main" val="180425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211D4-6B8D-0CA9-6ACF-DE247EA6807F}"/>
              </a:ext>
            </a:extLst>
          </p:cNvPr>
          <p:cNvSpPr>
            <a:spLocks noGrp="1"/>
          </p:cNvSpPr>
          <p:nvPr>
            <p:ph type="title"/>
          </p:nvPr>
        </p:nvSpPr>
        <p:spPr/>
        <p:txBody>
          <a:bodyPr/>
          <a:lstStyle/>
          <a:p>
            <a:r>
              <a:rPr lang="en-US" dirty="0"/>
              <a:t>Why GitHub Matters in Cloud </a:t>
            </a:r>
            <a:r>
              <a:rPr lang="en-US"/>
              <a:t>Work</a:t>
            </a:r>
            <a:endParaRPr lang="en-US" dirty="0"/>
          </a:p>
        </p:txBody>
      </p:sp>
      <p:sp>
        <p:nvSpPr>
          <p:cNvPr id="3" name="Content Placeholder 2">
            <a:extLst>
              <a:ext uri="{FF2B5EF4-FFF2-40B4-BE49-F238E27FC236}">
                <a16:creationId xmlns:a16="http://schemas.microsoft.com/office/drawing/2014/main" id="{1F3190A1-6238-A9D4-7D44-9427F985E5FB}"/>
              </a:ext>
            </a:extLst>
          </p:cNvPr>
          <p:cNvSpPr>
            <a:spLocks noGrp="1"/>
          </p:cNvSpPr>
          <p:nvPr>
            <p:ph idx="1"/>
          </p:nvPr>
        </p:nvSpPr>
        <p:spPr/>
        <p:txBody>
          <a:bodyPr vert="horz" lIns="91440" tIns="45720" rIns="91440" bIns="45720" rtlCol="0" anchor="t">
            <a:normAutofit/>
          </a:bodyPr>
          <a:lstStyle/>
          <a:p>
            <a:r>
              <a:rPr lang="en-US"/>
              <a:t>Stores cloud templates and configuration files in one place</a:t>
            </a:r>
          </a:p>
          <a:p>
            <a:r>
              <a:rPr lang="en-US"/>
              <a:t>Tracks who made changes and when</a:t>
            </a:r>
          </a:p>
          <a:p>
            <a:r>
              <a:rPr lang="en-US"/>
              <a:t>Helps teams avoid multiple confusing file copies</a:t>
            </a:r>
            <a:endParaRPr lang="en-US" dirty="0"/>
          </a:p>
          <a:p>
            <a:r>
              <a:rPr lang="en-US"/>
              <a:t>Allows older versions to be reviewed or restored</a:t>
            </a:r>
            <a:endParaRPr lang="en-US" dirty="0"/>
          </a:p>
          <a:p>
            <a:r>
              <a:rPr lang="en-US" dirty="0" err="1"/>
              <a:t>Upports</a:t>
            </a:r>
            <a:r>
              <a:rPr lang="en-US" dirty="0"/>
              <a:t> better organization for cloud projects</a:t>
            </a:r>
          </a:p>
        </p:txBody>
      </p:sp>
    </p:spTree>
    <p:extLst>
      <p:ext uri="{BB962C8B-B14F-4D97-AF65-F5344CB8AC3E}">
        <p14:creationId xmlns:p14="http://schemas.microsoft.com/office/powerpoint/2010/main" val="2218571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5A72-9CDE-CEC1-576F-A02E1513A63E}"/>
              </a:ext>
            </a:extLst>
          </p:cNvPr>
          <p:cNvSpPr>
            <a:spLocks noGrp="1"/>
          </p:cNvSpPr>
          <p:nvPr>
            <p:ph type="title"/>
          </p:nvPr>
        </p:nvSpPr>
        <p:spPr/>
        <p:txBody>
          <a:bodyPr/>
          <a:lstStyle/>
          <a:p>
            <a:r>
              <a:rPr lang="en-US"/>
              <a:t>Collaborative Benefits of GitHub</a:t>
            </a:r>
          </a:p>
        </p:txBody>
      </p:sp>
      <p:sp>
        <p:nvSpPr>
          <p:cNvPr id="3" name="Content Placeholder 2">
            <a:extLst>
              <a:ext uri="{FF2B5EF4-FFF2-40B4-BE49-F238E27FC236}">
                <a16:creationId xmlns:a16="http://schemas.microsoft.com/office/drawing/2014/main" id="{93CF9552-7435-FD6A-4394-AAD2EAFE88CB}"/>
              </a:ext>
            </a:extLst>
          </p:cNvPr>
          <p:cNvSpPr>
            <a:spLocks noGrp="1"/>
          </p:cNvSpPr>
          <p:nvPr>
            <p:ph idx="1"/>
          </p:nvPr>
        </p:nvSpPr>
        <p:spPr/>
        <p:txBody>
          <a:bodyPr vert="horz" lIns="91440" tIns="45720" rIns="91440" bIns="45720" rtlCol="0" anchor="t">
            <a:normAutofit/>
          </a:bodyPr>
          <a:lstStyle/>
          <a:p>
            <a:r>
              <a:rPr lang="en-US"/>
              <a:t>Team members can work on separate branches</a:t>
            </a:r>
          </a:p>
          <a:p>
            <a:r>
              <a:rPr lang="en-US"/>
              <a:t>Pull requests allow changes to be reviewed</a:t>
            </a:r>
          </a:p>
          <a:p>
            <a:r>
              <a:rPr lang="en-US"/>
              <a:t>Repository permissions control access</a:t>
            </a:r>
          </a:p>
          <a:p>
            <a:r>
              <a:rPr lang="en-US" dirty="0"/>
              <a:t>Project history shows </a:t>
            </a:r>
            <a:r>
              <a:rPr lang="en-US"/>
              <a:t>updates over time</a:t>
            </a:r>
            <a:endParaRPr lang="en-US" dirty="0"/>
          </a:p>
          <a:p>
            <a:r>
              <a:rPr lang="en-US"/>
              <a:t>Improves accountability and communication</a:t>
            </a:r>
            <a:endParaRPr lang="en-US" dirty="0"/>
          </a:p>
        </p:txBody>
      </p:sp>
    </p:spTree>
    <p:extLst>
      <p:ext uri="{BB962C8B-B14F-4D97-AF65-F5344CB8AC3E}">
        <p14:creationId xmlns:p14="http://schemas.microsoft.com/office/powerpoint/2010/main" val="546762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EA5B3-B1E8-3C55-E4B7-F32496637125}"/>
              </a:ext>
            </a:extLst>
          </p:cNvPr>
          <p:cNvSpPr>
            <a:spLocks noGrp="1"/>
          </p:cNvSpPr>
          <p:nvPr>
            <p:ph type="title"/>
          </p:nvPr>
        </p:nvSpPr>
        <p:spPr/>
        <p:txBody>
          <a:bodyPr/>
          <a:lstStyle/>
          <a:p>
            <a:r>
              <a:rPr lang="en-US"/>
              <a:t>GitHub for Non-Developers</a:t>
            </a:r>
          </a:p>
        </p:txBody>
      </p:sp>
      <p:sp>
        <p:nvSpPr>
          <p:cNvPr id="3" name="Content Placeholder 2">
            <a:extLst>
              <a:ext uri="{FF2B5EF4-FFF2-40B4-BE49-F238E27FC236}">
                <a16:creationId xmlns:a16="http://schemas.microsoft.com/office/drawing/2014/main" id="{8E681F14-3EE9-DE53-81F1-580581C27A70}"/>
              </a:ext>
            </a:extLst>
          </p:cNvPr>
          <p:cNvSpPr>
            <a:spLocks noGrp="1"/>
          </p:cNvSpPr>
          <p:nvPr>
            <p:ph idx="1"/>
          </p:nvPr>
        </p:nvSpPr>
        <p:spPr/>
        <p:txBody>
          <a:bodyPr vert="horz" lIns="91440" tIns="45720" rIns="91440" bIns="45720" rtlCol="0" anchor="t">
            <a:normAutofit/>
          </a:bodyPr>
          <a:lstStyle/>
          <a:p>
            <a:r>
              <a:rPr lang="en-US" dirty="0"/>
              <a:t>Cloud </a:t>
            </a:r>
            <a:r>
              <a:rPr lang="en-US"/>
              <a:t>administrators</a:t>
            </a:r>
            <a:r>
              <a:rPr lang="en-US" dirty="0"/>
              <a:t> can manage infrastructure templates</a:t>
            </a:r>
          </a:p>
          <a:p>
            <a:r>
              <a:rPr lang="en-US" dirty="0"/>
              <a:t>IT teams can maintain documentation</a:t>
            </a:r>
          </a:p>
          <a:p>
            <a:r>
              <a:rPr lang="en-US" dirty="0"/>
              <a:t>Security teams</a:t>
            </a:r>
            <a:r>
              <a:rPr lang="en-US"/>
              <a:t> can track policies</a:t>
            </a:r>
          </a:p>
          <a:p>
            <a:r>
              <a:rPr lang="en-US" dirty="0"/>
              <a:t>Project managers can monitor progress</a:t>
            </a:r>
          </a:p>
          <a:p>
            <a:r>
              <a:rPr lang="en-US"/>
              <a:t>Students can build technical portfolios</a:t>
            </a:r>
            <a:endParaRPr lang="en-US" dirty="0"/>
          </a:p>
          <a:p>
            <a:endParaRPr lang="en-US" dirty="0"/>
          </a:p>
        </p:txBody>
      </p:sp>
    </p:spTree>
    <p:extLst>
      <p:ext uri="{BB962C8B-B14F-4D97-AF65-F5344CB8AC3E}">
        <p14:creationId xmlns:p14="http://schemas.microsoft.com/office/powerpoint/2010/main" val="3704773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4E5B7B-86B2-A636-E045-46BF5A35BBBA}"/>
              </a:ext>
            </a:extLst>
          </p:cNvPr>
          <p:cNvSpPr>
            <a:spLocks noGrp="1"/>
          </p:cNvSpPr>
          <p:nvPr>
            <p:ph type="title"/>
          </p:nvPr>
        </p:nvSpPr>
        <p:spPr>
          <a:xfrm>
            <a:off x="640079" y="570750"/>
            <a:ext cx="10890929" cy="1387934"/>
          </a:xfrm>
        </p:spPr>
        <p:txBody>
          <a:bodyPr anchor="b">
            <a:normAutofit/>
          </a:bodyPr>
          <a:lstStyle/>
          <a:p>
            <a:r>
              <a:rPr lang="en-US"/>
              <a:t>Scenario 1: Cloud Template Review</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26803E9-05EE-0124-6D8A-72A14D4482CB}"/>
              </a:ext>
            </a:extLst>
          </p:cNvPr>
          <p:cNvGraphicFramePr>
            <a:graphicFrameLocks noGrp="1"/>
          </p:cNvGraphicFramePr>
          <p:nvPr>
            <p:ph idx="1"/>
            <p:extLst>
              <p:ext uri="{D42A27DB-BD31-4B8C-83A1-F6EECF244321}">
                <p14:modId xmlns:p14="http://schemas.microsoft.com/office/powerpoint/2010/main" val="309745364"/>
              </p:ext>
            </p:extLst>
          </p:nvPr>
        </p:nvGraphicFramePr>
        <p:xfrm>
          <a:off x="525060" y="2458408"/>
          <a:ext cx="11005948" cy="3235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2972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0124-8E3D-CC3D-BF6A-34ADAEEAB478}"/>
              </a:ext>
            </a:extLst>
          </p:cNvPr>
          <p:cNvSpPr>
            <a:spLocks noGrp="1"/>
          </p:cNvSpPr>
          <p:nvPr>
            <p:ph type="title"/>
          </p:nvPr>
        </p:nvSpPr>
        <p:spPr/>
        <p:txBody>
          <a:bodyPr/>
          <a:lstStyle/>
          <a:p>
            <a:r>
              <a:rPr lang="en-US"/>
              <a:t>Scenario 1 Explanation</a:t>
            </a:r>
            <a:endParaRPr lang="en-US" dirty="0"/>
          </a:p>
        </p:txBody>
      </p:sp>
      <p:sp>
        <p:nvSpPr>
          <p:cNvPr id="3" name="Content Placeholder 2">
            <a:extLst>
              <a:ext uri="{FF2B5EF4-FFF2-40B4-BE49-F238E27FC236}">
                <a16:creationId xmlns:a16="http://schemas.microsoft.com/office/drawing/2014/main" id="{F78C228C-C0AA-3F16-663C-7E23DEC27B43}"/>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Each team member has a specific responsibility. One person works on the networking section, another works on storage, and another writes the documentation. After everyone finishes their part, the group reviews the changes before adding them to the final version. This review step helps make sure the template is correct, organized, and ready to use.</a:t>
            </a:r>
          </a:p>
          <a:p>
            <a:pPr marL="0" indent="0">
              <a:buNone/>
            </a:pPr>
            <a:r>
              <a:rPr lang="en-US">
                <a:ea typeface="+mn-lt"/>
                <a:cs typeface="+mn-lt"/>
              </a:rPr>
              <a:t>---</a:t>
            </a:r>
          </a:p>
          <a:p>
            <a:pPr marL="0" indent="0">
              <a:buNone/>
            </a:pPr>
            <a:r>
              <a:rPr lang="en-US" dirty="0">
                <a:ea typeface="+mn-lt"/>
                <a:cs typeface="+mn-lt"/>
              </a:rPr>
              <a:t>The Benefits: Team collaboration, version control, change review (if there are errors they can be fixed before being implemented into the final template), better organization, reduced mistakes, and accountability</a:t>
            </a:r>
          </a:p>
        </p:txBody>
      </p:sp>
    </p:spTree>
    <p:extLst>
      <p:ext uri="{BB962C8B-B14F-4D97-AF65-F5344CB8AC3E}">
        <p14:creationId xmlns:p14="http://schemas.microsoft.com/office/powerpoint/2010/main" val="2679105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1DA610-4AFD-CE69-8DBC-8BB535F23F47}"/>
              </a:ext>
            </a:extLst>
          </p:cNvPr>
          <p:cNvSpPr>
            <a:spLocks noGrp="1"/>
          </p:cNvSpPr>
          <p:nvPr>
            <p:ph type="title"/>
          </p:nvPr>
        </p:nvSpPr>
        <p:spPr>
          <a:xfrm>
            <a:off x="640079" y="1371601"/>
            <a:ext cx="10890929" cy="1097280"/>
          </a:xfrm>
        </p:spPr>
        <p:txBody>
          <a:bodyPr>
            <a:normAutofit/>
          </a:bodyPr>
          <a:lstStyle/>
          <a:p>
            <a:r>
              <a:rPr lang="en-US"/>
              <a:t>Scenario 2: IT Documentation Review</a:t>
            </a:r>
          </a:p>
        </p:txBody>
      </p:sp>
      <p:cxnSp>
        <p:nvCxnSpPr>
          <p:cNvPr id="11" name="Straight Connector 10">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22B5620-1C6F-98D3-E655-DFA4C00C7764}"/>
              </a:ext>
            </a:extLst>
          </p:cNvPr>
          <p:cNvGraphicFramePr>
            <a:graphicFrameLocks noGrp="1"/>
          </p:cNvGraphicFramePr>
          <p:nvPr>
            <p:ph idx="1"/>
            <p:extLst>
              <p:ext uri="{D42A27DB-BD31-4B8C-83A1-F6EECF244321}">
                <p14:modId xmlns:p14="http://schemas.microsoft.com/office/powerpoint/2010/main" val="3991959957"/>
              </p:ext>
            </p:extLst>
          </p:nvPr>
        </p:nvGraphicFramePr>
        <p:xfrm>
          <a:off x="640079" y="234339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3294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CF5A-AA2C-D25D-4D6B-88E7DB147860}"/>
              </a:ext>
            </a:extLst>
          </p:cNvPr>
          <p:cNvSpPr>
            <a:spLocks noGrp="1"/>
          </p:cNvSpPr>
          <p:nvPr>
            <p:ph type="title"/>
          </p:nvPr>
        </p:nvSpPr>
        <p:spPr/>
        <p:txBody>
          <a:bodyPr/>
          <a:lstStyle/>
          <a:p>
            <a:r>
              <a:rPr lang="en-US"/>
              <a:t>Scenario 2 Explanation</a:t>
            </a:r>
          </a:p>
        </p:txBody>
      </p:sp>
      <p:sp>
        <p:nvSpPr>
          <p:cNvPr id="3" name="Content Placeholder 2">
            <a:extLst>
              <a:ext uri="{FF2B5EF4-FFF2-40B4-BE49-F238E27FC236}">
                <a16:creationId xmlns:a16="http://schemas.microsoft.com/office/drawing/2014/main" id="{A5E06F7E-B801-BB90-D17F-C93A021EF286}"/>
              </a:ext>
            </a:extLst>
          </p:cNvPr>
          <p:cNvSpPr>
            <a:spLocks noGrp="1"/>
          </p:cNvSpPr>
          <p:nvPr>
            <p:ph idx="1"/>
          </p:nvPr>
        </p:nvSpPr>
        <p:spPr/>
        <p:txBody>
          <a:bodyPr vert="horz" lIns="91440" tIns="45720" rIns="91440" bIns="45720" rtlCol="0" anchor="t">
            <a:normAutofit lnSpcReduction="10000"/>
          </a:bodyPr>
          <a:lstStyle/>
          <a:p>
            <a:pPr marL="0" indent="0">
              <a:buNone/>
            </a:pPr>
            <a:r>
              <a:rPr lang="en-US">
                <a:ea typeface="+mn-lt"/>
                <a:cs typeface="+mn-lt"/>
              </a:rPr>
              <a:t>This scenario shows how a non-developer team can use GitHub to manage shared IT documentation. Instead of keeping instructions in separate Word files or emails, the team stores everything in one repository. Each person can update a different section, and the group reviews the changes before the documentation becomes final.</a:t>
            </a:r>
            <a:endParaRPr lang="en-US"/>
          </a:p>
          <a:p>
            <a:pPr marL="0" indent="0">
              <a:buNone/>
            </a:pPr>
            <a:r>
              <a:rPr lang="en-US">
                <a:ea typeface="+mn-lt"/>
                <a:cs typeface="+mn-lt"/>
              </a:rPr>
              <a:t>---</a:t>
            </a:r>
            <a:endParaRPr lang="en-US" dirty="0">
              <a:ea typeface="+mn-lt"/>
              <a:cs typeface="+mn-lt"/>
            </a:endParaRPr>
          </a:p>
          <a:p>
            <a:pPr marL="0" indent="0">
              <a:buNone/>
            </a:pPr>
            <a:r>
              <a:rPr lang="en-US">
                <a:ea typeface="+mn-lt"/>
                <a:cs typeface="+mn-lt"/>
              </a:rPr>
              <a:t>The Benefits: Keeps important documentation in one shared location, allows multiple team members to contribute, helps prevent outdated instructions from being used, makes it easier to review and approve changes, tracks who made updates and when, and improves teamwork for non-developers</a:t>
            </a:r>
            <a:endParaRPr lang="en-US" dirty="0">
              <a:ea typeface="+mn-lt"/>
              <a:cs typeface="+mn-lt"/>
            </a:endParaRPr>
          </a:p>
          <a:p>
            <a:pPr marL="0" indent="0">
              <a:buNone/>
            </a:pPr>
            <a:endParaRPr lang="en-US" dirty="0">
              <a:ea typeface="+mn-lt"/>
              <a:cs typeface="+mn-lt"/>
            </a:endParaRPr>
          </a:p>
        </p:txBody>
      </p:sp>
    </p:spTree>
    <p:extLst>
      <p:ext uri="{BB962C8B-B14F-4D97-AF65-F5344CB8AC3E}">
        <p14:creationId xmlns:p14="http://schemas.microsoft.com/office/powerpoint/2010/main" val="4001738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B6A6-743F-F455-D3AC-6224CAA4C538}"/>
              </a:ext>
            </a:extLst>
          </p:cNvPr>
          <p:cNvSpPr>
            <a:spLocks noGrp="1"/>
          </p:cNvSpPr>
          <p:nvPr>
            <p:ph type="title"/>
          </p:nvPr>
        </p:nvSpPr>
        <p:spPr/>
        <p:txBody>
          <a:bodyPr/>
          <a:lstStyle/>
          <a:p>
            <a:r>
              <a:rPr lang="en-US"/>
              <a:t>GitHub Benefits for Cloud Infrastructure Work</a:t>
            </a:r>
          </a:p>
        </p:txBody>
      </p:sp>
      <p:sp>
        <p:nvSpPr>
          <p:cNvPr id="3" name="Content Placeholder 2">
            <a:extLst>
              <a:ext uri="{FF2B5EF4-FFF2-40B4-BE49-F238E27FC236}">
                <a16:creationId xmlns:a16="http://schemas.microsoft.com/office/drawing/2014/main" id="{6B44D055-C853-0E1A-5F56-2CB658A9C8C4}"/>
              </a:ext>
            </a:extLst>
          </p:cNvPr>
          <p:cNvSpPr>
            <a:spLocks noGrp="1"/>
          </p:cNvSpPr>
          <p:nvPr>
            <p:ph idx="1"/>
          </p:nvPr>
        </p:nvSpPr>
        <p:spPr>
          <a:xfrm>
            <a:off x="640080" y="2633472"/>
            <a:ext cx="10890928" cy="3149217"/>
          </a:xfrm>
        </p:spPr>
        <p:txBody>
          <a:bodyPr vert="horz" lIns="91440" tIns="45720" rIns="91440" bIns="45720" rtlCol="0" anchor="t">
            <a:normAutofit/>
          </a:bodyPr>
          <a:lstStyle/>
          <a:p>
            <a:r>
              <a:rPr lang="en-US"/>
              <a:t>Stores cloud infrastructure files like Bicep, ARM, Terraform, and YAML templates</a:t>
            </a:r>
          </a:p>
          <a:p>
            <a:r>
              <a:rPr lang="en-US" dirty="0"/>
              <a:t>Supports Infrastructure as Code (</a:t>
            </a:r>
            <a:r>
              <a:rPr lang="en-US" dirty="0" err="1"/>
              <a:t>IaC</a:t>
            </a:r>
            <a:r>
              <a:rPr lang="en-US" dirty="0"/>
              <a:t>), making cloud setups easier to reuse</a:t>
            </a:r>
          </a:p>
          <a:p>
            <a:r>
              <a:rPr lang="en-US"/>
              <a:t>Helps create repeatable deployments for test, development, and production environments</a:t>
            </a:r>
          </a:p>
          <a:p>
            <a:r>
              <a:rPr lang="en-US"/>
              <a:t>Uses GitHub Actions to automate checks, approvals, and cloud deployments</a:t>
            </a:r>
            <a:endParaRPr lang="en-US" dirty="0"/>
          </a:p>
          <a:p>
            <a:r>
              <a:rPr lang="en-US"/>
              <a:t>Keeps documentation, setup steps, and troubleshooting guides in one shared place</a:t>
            </a:r>
          </a:p>
          <a:p>
            <a:r>
              <a:rPr lang="en-US"/>
              <a:t>Controls access so only approved team members can edit or approve changes</a:t>
            </a:r>
          </a:p>
          <a:p>
            <a:endParaRPr lang="en-US" dirty="0"/>
          </a:p>
          <a:p>
            <a:endParaRPr lang="en-US" dirty="0"/>
          </a:p>
        </p:txBody>
      </p:sp>
      <p:sp>
        <p:nvSpPr>
          <p:cNvPr id="4" name="TextBox 3">
            <a:extLst>
              <a:ext uri="{FF2B5EF4-FFF2-40B4-BE49-F238E27FC236}">
                <a16:creationId xmlns:a16="http://schemas.microsoft.com/office/drawing/2014/main" id="{1C5BC003-6BB9-59C2-C640-6A70B4F19467}"/>
              </a:ext>
            </a:extLst>
          </p:cNvPr>
          <p:cNvSpPr txBox="1"/>
          <p:nvPr/>
        </p:nvSpPr>
        <p:spPr>
          <a:xfrm>
            <a:off x="-778" y="6541698"/>
            <a:ext cx="11079891"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a:t>Sources: GitHub Docs, Microsoft Learn: Azure Bicep, Infrastructure as Code, GitHub Actions.</a:t>
            </a:r>
          </a:p>
          <a:p>
            <a:pPr algn="l"/>
            <a:endParaRPr lang="en-US" dirty="0"/>
          </a:p>
        </p:txBody>
      </p:sp>
    </p:spTree>
    <p:extLst>
      <p:ext uri="{BB962C8B-B14F-4D97-AF65-F5344CB8AC3E}">
        <p14:creationId xmlns:p14="http://schemas.microsoft.com/office/powerpoint/2010/main" val="1999282186"/>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0</TotalTime>
  <Words>510</Words>
  <Application>Microsoft Office PowerPoint</Application>
  <PresentationFormat>Widescreen</PresentationFormat>
  <Paragraphs>58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Grandview Display</vt:lpstr>
      <vt:lpstr>DashVTI</vt:lpstr>
      <vt:lpstr>GitHub and Cloud Templates  CYB260L | 2.1 In-class Activity</vt:lpstr>
      <vt:lpstr>Why GitHub Matters in Cloud Work</vt:lpstr>
      <vt:lpstr>Collaborative Benefits of GitHub</vt:lpstr>
      <vt:lpstr>GitHub for Non-Developers</vt:lpstr>
      <vt:lpstr>Scenario 1: Cloud Template Review</vt:lpstr>
      <vt:lpstr>Scenario 1 Explanation</vt:lpstr>
      <vt:lpstr>Scenario 2: IT Documentation Review</vt:lpstr>
      <vt:lpstr>Scenario 2 Explanation</vt:lpstr>
      <vt:lpstr>GitHub Benefits for Cloud Infrastructure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Thomas Mulloy</dc:creator>
  <cp:lastModifiedBy>Faith Jones</cp:lastModifiedBy>
  <cp:revision>227</cp:revision>
  <dcterms:created xsi:type="dcterms:W3CDTF">2016-06-29T17:12:42Z</dcterms:created>
  <dcterms:modified xsi:type="dcterms:W3CDTF">2026-05-20T13:20:18Z</dcterms:modified>
</cp:coreProperties>
</file>